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16" roundtripDataSignature="AMtx7miJkDJvR6leb733VneK+m96+NF+l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6" Type="http://customschemas.google.com/relationships/presentationmetadata" Target="metadata"/><Relationship Id="rId5" Type="http://schemas.openxmlformats.org/officeDocument/2006/relationships/notesMaster" Target="notesMasters/notesMaster1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e6b88681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g3cbe6b88681_0_8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9583fe827a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g39583fe827a_1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cbe6b88681_0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g3cbe6b88681_0_28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cbe6b88681_0_4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g3cbe6b88681_0_43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cbe6b88681_0_4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g3cbe6b88681_0_40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cbe6b88681_0_4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g3cbe6b88681_0_47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be6b88681_0_4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g3cbe6b88681_0_49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e6b88681_0_1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g3cbe6b88681_0_17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cbe6b88681_1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g3cbe6b88681_1_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cbe6b88681_1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g3cbe6b88681_1_13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g3cbe6b88681_0_6"/>
          <p:cNvSpPr txBox="1"/>
          <p:nvPr>
            <p:ph idx="10" type="dt"/>
          </p:nvPr>
        </p:nvSpPr>
        <p:spPr>
          <a:xfrm>
            <a:off x="228600" y="3178175"/>
            <a:ext cx="1066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3" name="Google Shape;13;g3cbe6b88681_0_6"/>
          <p:cNvSpPr txBox="1"/>
          <p:nvPr>
            <p:ph idx="11" type="ftr"/>
          </p:nvPr>
        </p:nvSpPr>
        <p:spPr>
          <a:xfrm>
            <a:off x="1562100" y="3178175"/>
            <a:ext cx="1447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4" name="Google Shape;14;g3cbe6b88681_0_6"/>
          <p:cNvSpPr txBox="1"/>
          <p:nvPr>
            <p:ph idx="12" type="sldNum"/>
          </p:nvPr>
        </p:nvSpPr>
        <p:spPr>
          <a:xfrm>
            <a:off x="3276600" y="3178175"/>
            <a:ext cx="1066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g3cbe6b88681_0_10"/>
          <p:cNvSpPr txBox="1"/>
          <p:nvPr>
            <p:ph type="ctrTitle"/>
          </p:nvPr>
        </p:nvSpPr>
        <p:spPr>
          <a:xfrm>
            <a:off x="342900" y="1065213"/>
            <a:ext cx="3886200" cy="73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7" name="Google Shape;17;g3cbe6b88681_0_10"/>
          <p:cNvSpPr txBox="1"/>
          <p:nvPr>
            <p:ph idx="1" type="subTitle"/>
          </p:nvPr>
        </p:nvSpPr>
        <p:spPr>
          <a:xfrm>
            <a:off x="685800" y="1943100"/>
            <a:ext cx="3200400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lvl="0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g3cbe6b88681_0_10"/>
          <p:cNvSpPr txBox="1"/>
          <p:nvPr>
            <p:ph idx="10" type="dt"/>
          </p:nvPr>
        </p:nvSpPr>
        <p:spPr>
          <a:xfrm>
            <a:off x="228600" y="3178175"/>
            <a:ext cx="1066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9" name="Google Shape;19;g3cbe6b88681_0_10"/>
          <p:cNvSpPr txBox="1"/>
          <p:nvPr>
            <p:ph idx="11" type="ftr"/>
          </p:nvPr>
        </p:nvSpPr>
        <p:spPr>
          <a:xfrm>
            <a:off x="1562100" y="3178175"/>
            <a:ext cx="1447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20" name="Google Shape;20;g3cbe6b88681_0_10"/>
          <p:cNvSpPr txBox="1"/>
          <p:nvPr>
            <p:ph idx="12" type="sldNum"/>
          </p:nvPr>
        </p:nvSpPr>
        <p:spPr>
          <a:xfrm>
            <a:off x="3276600" y="3178175"/>
            <a:ext cx="1066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g3cbe6b88681_0_16"/>
          <p:cNvSpPr txBox="1"/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23" name="Google Shape;23;g3cbe6b88681_0_16"/>
          <p:cNvSpPr txBox="1"/>
          <p:nvPr>
            <p:ph idx="1" type="body"/>
          </p:nvPr>
        </p:nvSpPr>
        <p:spPr>
          <a:xfrm>
            <a:off x="228600" y="800100"/>
            <a:ext cx="4114800" cy="226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28575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1pPr>
            <a:lvl2pPr indent="-28575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/>
            </a:lvl2pPr>
            <a:lvl3pPr indent="-28575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3pPr>
            <a:lvl4pPr indent="-28575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/>
            </a:lvl4pPr>
            <a:lvl5pPr indent="-28575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»"/>
              <a:defRPr/>
            </a:lvl5pPr>
            <a:lvl6pPr indent="-28575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6pPr>
            <a:lvl7pPr indent="-28575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7pPr>
            <a:lvl8pPr indent="-28575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8pPr>
            <a:lvl9pPr indent="-28575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9pPr>
          </a:lstStyle>
          <a:p/>
        </p:txBody>
      </p:sp>
      <p:sp>
        <p:nvSpPr>
          <p:cNvPr id="24" name="Google Shape;24;g3cbe6b88681_0_16"/>
          <p:cNvSpPr txBox="1"/>
          <p:nvPr>
            <p:ph idx="10" type="dt"/>
          </p:nvPr>
        </p:nvSpPr>
        <p:spPr>
          <a:xfrm>
            <a:off x="228600" y="3178175"/>
            <a:ext cx="1066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25" name="Google Shape;25;g3cbe6b88681_0_16"/>
          <p:cNvSpPr txBox="1"/>
          <p:nvPr>
            <p:ph idx="11" type="ftr"/>
          </p:nvPr>
        </p:nvSpPr>
        <p:spPr>
          <a:xfrm>
            <a:off x="1562100" y="3178175"/>
            <a:ext cx="1447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26" name="Google Shape;26;g3cbe6b88681_0_16"/>
          <p:cNvSpPr txBox="1"/>
          <p:nvPr>
            <p:ph idx="12" type="sldNum"/>
          </p:nvPr>
        </p:nvSpPr>
        <p:spPr>
          <a:xfrm>
            <a:off x="3276600" y="3178175"/>
            <a:ext cx="1066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cbe6b88681_0_22"/>
          <p:cNvSpPr txBox="1"/>
          <p:nvPr>
            <p:ph type="title"/>
          </p:nvPr>
        </p:nvSpPr>
        <p:spPr>
          <a:xfrm>
            <a:off x="361156" y="2203450"/>
            <a:ext cx="3886200" cy="6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 cap="none"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29" name="Google Shape;29;g3cbe6b88681_0_22"/>
          <p:cNvSpPr txBox="1"/>
          <p:nvPr>
            <p:ph idx="1" type="body"/>
          </p:nvPr>
        </p:nvSpPr>
        <p:spPr>
          <a:xfrm>
            <a:off x="361156" y="1453357"/>
            <a:ext cx="3886200" cy="7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22850" lIns="45725" spcFirstLastPara="1" rIns="45725" wrap="square" tIns="22850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 sz="1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900"/>
              <a:buNone/>
              <a:defRPr sz="9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800"/>
              <a:buNone/>
              <a:defRPr sz="8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g3cbe6b88681_0_22"/>
          <p:cNvSpPr txBox="1"/>
          <p:nvPr>
            <p:ph idx="10" type="dt"/>
          </p:nvPr>
        </p:nvSpPr>
        <p:spPr>
          <a:xfrm>
            <a:off x="228600" y="3178175"/>
            <a:ext cx="1066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31" name="Google Shape;31;g3cbe6b88681_0_22"/>
          <p:cNvSpPr txBox="1"/>
          <p:nvPr>
            <p:ph idx="11" type="ftr"/>
          </p:nvPr>
        </p:nvSpPr>
        <p:spPr>
          <a:xfrm>
            <a:off x="1562100" y="3178175"/>
            <a:ext cx="1447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32" name="Google Shape;32;g3cbe6b88681_0_22"/>
          <p:cNvSpPr txBox="1"/>
          <p:nvPr>
            <p:ph idx="12" type="sldNum"/>
          </p:nvPr>
        </p:nvSpPr>
        <p:spPr>
          <a:xfrm>
            <a:off x="3276600" y="3178175"/>
            <a:ext cx="1066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3cbe6b88681_0_28"/>
          <p:cNvSpPr txBox="1"/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35" name="Google Shape;35;g3cbe6b88681_0_28"/>
          <p:cNvSpPr txBox="1"/>
          <p:nvPr>
            <p:ph idx="1" type="body"/>
          </p:nvPr>
        </p:nvSpPr>
        <p:spPr>
          <a:xfrm>
            <a:off x="228600" y="800100"/>
            <a:ext cx="2019300" cy="226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1pPr>
            <a:lvl2pPr indent="-3048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2pPr>
            <a:lvl3pPr indent="-2921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3pPr>
            <a:lvl4pPr indent="-28575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 sz="900"/>
            </a:lvl4pPr>
            <a:lvl5pPr indent="-28575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»"/>
              <a:defRPr sz="900"/>
            </a:lvl5pPr>
            <a:lvl6pPr indent="-28575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6pPr>
            <a:lvl7pPr indent="-28575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7pPr>
            <a:lvl8pPr indent="-28575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8pPr>
            <a:lvl9pPr indent="-28575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9pPr>
          </a:lstStyle>
          <a:p/>
        </p:txBody>
      </p:sp>
      <p:sp>
        <p:nvSpPr>
          <p:cNvPr id="36" name="Google Shape;36;g3cbe6b88681_0_28"/>
          <p:cNvSpPr txBox="1"/>
          <p:nvPr>
            <p:ph idx="2" type="body"/>
          </p:nvPr>
        </p:nvSpPr>
        <p:spPr>
          <a:xfrm>
            <a:off x="2324100" y="800100"/>
            <a:ext cx="2019300" cy="226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1pPr>
            <a:lvl2pPr indent="-3048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2pPr>
            <a:lvl3pPr indent="-2921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3pPr>
            <a:lvl4pPr indent="-28575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 sz="900"/>
            </a:lvl4pPr>
            <a:lvl5pPr indent="-28575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»"/>
              <a:defRPr sz="900"/>
            </a:lvl5pPr>
            <a:lvl6pPr indent="-28575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6pPr>
            <a:lvl7pPr indent="-28575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7pPr>
            <a:lvl8pPr indent="-28575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8pPr>
            <a:lvl9pPr indent="-28575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9pPr>
          </a:lstStyle>
          <a:p/>
        </p:txBody>
      </p:sp>
      <p:sp>
        <p:nvSpPr>
          <p:cNvPr id="37" name="Google Shape;37;g3cbe6b88681_0_28"/>
          <p:cNvSpPr txBox="1"/>
          <p:nvPr>
            <p:ph idx="10" type="dt"/>
          </p:nvPr>
        </p:nvSpPr>
        <p:spPr>
          <a:xfrm>
            <a:off x="228600" y="3178175"/>
            <a:ext cx="1066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38" name="Google Shape;38;g3cbe6b88681_0_28"/>
          <p:cNvSpPr txBox="1"/>
          <p:nvPr>
            <p:ph idx="11" type="ftr"/>
          </p:nvPr>
        </p:nvSpPr>
        <p:spPr>
          <a:xfrm>
            <a:off x="1562100" y="3178175"/>
            <a:ext cx="1447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39" name="Google Shape;39;g3cbe6b88681_0_28"/>
          <p:cNvSpPr txBox="1"/>
          <p:nvPr>
            <p:ph idx="12" type="sldNum"/>
          </p:nvPr>
        </p:nvSpPr>
        <p:spPr>
          <a:xfrm>
            <a:off x="3276600" y="3178175"/>
            <a:ext cx="1066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g3cbe6b88681_0_35"/>
          <p:cNvSpPr txBox="1"/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42" name="Google Shape;42;g3cbe6b88681_0_35"/>
          <p:cNvSpPr txBox="1"/>
          <p:nvPr>
            <p:ph idx="1" type="body"/>
          </p:nvPr>
        </p:nvSpPr>
        <p:spPr>
          <a:xfrm>
            <a:off x="228600" y="767556"/>
            <a:ext cx="2020200" cy="319800"/>
          </a:xfrm>
          <a:prstGeom prst="rect">
            <a:avLst/>
          </a:prstGeom>
          <a:noFill/>
          <a:ln>
            <a:noFill/>
          </a:ln>
        </p:spPr>
        <p:txBody>
          <a:bodyPr anchorCtr="0" anchor="b" bIns="22850" lIns="45725" spcFirstLastPara="1" rIns="45725" wrap="square" tIns="22850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1" sz="10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b="1" sz="9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9pPr>
          </a:lstStyle>
          <a:p/>
        </p:txBody>
      </p:sp>
      <p:sp>
        <p:nvSpPr>
          <p:cNvPr id="43" name="Google Shape;43;g3cbe6b88681_0_35"/>
          <p:cNvSpPr txBox="1"/>
          <p:nvPr>
            <p:ph idx="2" type="body"/>
          </p:nvPr>
        </p:nvSpPr>
        <p:spPr>
          <a:xfrm>
            <a:off x="228600" y="1087438"/>
            <a:ext cx="2020200" cy="19755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3048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1pPr>
            <a:lvl2pPr indent="-2921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–"/>
              <a:defRPr sz="1000"/>
            </a:lvl2pPr>
            <a:lvl3pPr indent="-28575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3pPr>
            <a:lvl4pPr indent="-2794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–"/>
              <a:defRPr sz="800"/>
            </a:lvl4pPr>
            <a:lvl5pPr indent="-2794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»"/>
              <a:defRPr sz="800"/>
            </a:lvl5pPr>
            <a:lvl6pPr indent="-2794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6pPr>
            <a:lvl7pPr indent="-2794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7pPr>
            <a:lvl8pPr indent="-2794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8pPr>
            <a:lvl9pPr indent="-2794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9pPr>
          </a:lstStyle>
          <a:p/>
        </p:txBody>
      </p:sp>
      <p:sp>
        <p:nvSpPr>
          <p:cNvPr id="44" name="Google Shape;44;g3cbe6b88681_0_35"/>
          <p:cNvSpPr txBox="1"/>
          <p:nvPr>
            <p:ph idx="3" type="body"/>
          </p:nvPr>
        </p:nvSpPr>
        <p:spPr>
          <a:xfrm>
            <a:off x="2322513" y="767556"/>
            <a:ext cx="2020800" cy="319800"/>
          </a:xfrm>
          <a:prstGeom prst="rect">
            <a:avLst/>
          </a:prstGeom>
          <a:noFill/>
          <a:ln>
            <a:noFill/>
          </a:ln>
        </p:spPr>
        <p:txBody>
          <a:bodyPr anchorCtr="0" anchor="b" bIns="22850" lIns="45725" spcFirstLastPara="1" rIns="45725" wrap="square" tIns="22850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1" sz="10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b="1" sz="9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9pPr>
          </a:lstStyle>
          <a:p/>
        </p:txBody>
      </p:sp>
      <p:sp>
        <p:nvSpPr>
          <p:cNvPr id="45" name="Google Shape;45;g3cbe6b88681_0_35"/>
          <p:cNvSpPr txBox="1"/>
          <p:nvPr>
            <p:ph idx="4" type="body"/>
          </p:nvPr>
        </p:nvSpPr>
        <p:spPr>
          <a:xfrm>
            <a:off x="2322513" y="1087438"/>
            <a:ext cx="2020800" cy="19755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3048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1pPr>
            <a:lvl2pPr indent="-2921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–"/>
              <a:defRPr sz="1000"/>
            </a:lvl2pPr>
            <a:lvl3pPr indent="-28575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3pPr>
            <a:lvl4pPr indent="-2794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–"/>
              <a:defRPr sz="800"/>
            </a:lvl4pPr>
            <a:lvl5pPr indent="-2794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»"/>
              <a:defRPr sz="800"/>
            </a:lvl5pPr>
            <a:lvl6pPr indent="-2794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6pPr>
            <a:lvl7pPr indent="-2794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7pPr>
            <a:lvl8pPr indent="-2794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8pPr>
            <a:lvl9pPr indent="-2794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9pPr>
          </a:lstStyle>
          <a:p/>
        </p:txBody>
      </p:sp>
      <p:sp>
        <p:nvSpPr>
          <p:cNvPr id="46" name="Google Shape;46;g3cbe6b88681_0_35"/>
          <p:cNvSpPr txBox="1"/>
          <p:nvPr>
            <p:ph idx="10" type="dt"/>
          </p:nvPr>
        </p:nvSpPr>
        <p:spPr>
          <a:xfrm>
            <a:off x="228600" y="3178175"/>
            <a:ext cx="1066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47" name="Google Shape;47;g3cbe6b88681_0_35"/>
          <p:cNvSpPr txBox="1"/>
          <p:nvPr>
            <p:ph idx="11" type="ftr"/>
          </p:nvPr>
        </p:nvSpPr>
        <p:spPr>
          <a:xfrm>
            <a:off x="1562100" y="3178175"/>
            <a:ext cx="1447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48" name="Google Shape;48;g3cbe6b88681_0_35"/>
          <p:cNvSpPr txBox="1"/>
          <p:nvPr>
            <p:ph idx="12" type="sldNum"/>
          </p:nvPr>
        </p:nvSpPr>
        <p:spPr>
          <a:xfrm>
            <a:off x="3276600" y="3178175"/>
            <a:ext cx="1066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g3cbe6b88681_0_44"/>
          <p:cNvSpPr txBox="1"/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51" name="Google Shape;51;g3cbe6b88681_0_44"/>
          <p:cNvSpPr txBox="1"/>
          <p:nvPr>
            <p:ph idx="10" type="dt"/>
          </p:nvPr>
        </p:nvSpPr>
        <p:spPr>
          <a:xfrm>
            <a:off x="228600" y="3178175"/>
            <a:ext cx="1066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52" name="Google Shape;52;g3cbe6b88681_0_44"/>
          <p:cNvSpPr txBox="1"/>
          <p:nvPr>
            <p:ph idx="11" type="ftr"/>
          </p:nvPr>
        </p:nvSpPr>
        <p:spPr>
          <a:xfrm>
            <a:off x="1562100" y="3178175"/>
            <a:ext cx="1447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53" name="Google Shape;53;g3cbe6b88681_0_44"/>
          <p:cNvSpPr txBox="1"/>
          <p:nvPr>
            <p:ph idx="12" type="sldNum"/>
          </p:nvPr>
        </p:nvSpPr>
        <p:spPr>
          <a:xfrm>
            <a:off x="3276600" y="3178175"/>
            <a:ext cx="1066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cbe6b88681_0_49"/>
          <p:cNvSpPr txBox="1"/>
          <p:nvPr>
            <p:ph type="title"/>
          </p:nvPr>
        </p:nvSpPr>
        <p:spPr>
          <a:xfrm>
            <a:off x="228600" y="136525"/>
            <a:ext cx="1504200" cy="581100"/>
          </a:xfrm>
          <a:prstGeom prst="rect">
            <a:avLst/>
          </a:prstGeom>
          <a:noFill/>
          <a:ln>
            <a:noFill/>
          </a:ln>
        </p:spPr>
        <p:txBody>
          <a:bodyPr anchorCtr="0" anchor="b" bIns="22850" lIns="45725" spcFirstLastPara="1" rIns="45725" wrap="square" tIns="2285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56" name="Google Shape;56;g3cbe6b88681_0_49"/>
          <p:cNvSpPr txBox="1"/>
          <p:nvPr>
            <p:ph idx="1" type="body"/>
          </p:nvPr>
        </p:nvSpPr>
        <p:spPr>
          <a:xfrm>
            <a:off x="1787525" y="136525"/>
            <a:ext cx="2556000" cy="29265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3302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2pPr>
            <a:lvl3pPr indent="-3048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3pPr>
            <a:lvl4pPr indent="-2921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–"/>
              <a:defRPr sz="1000"/>
            </a:lvl4pPr>
            <a:lvl5pPr indent="-2921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»"/>
              <a:defRPr sz="1000"/>
            </a:lvl5pPr>
            <a:lvl6pPr indent="-2921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6pPr>
            <a:lvl7pPr indent="-2921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7pPr>
            <a:lvl8pPr indent="-2921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8pPr>
            <a:lvl9pPr indent="-2921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9pPr>
          </a:lstStyle>
          <a:p/>
        </p:txBody>
      </p:sp>
      <p:sp>
        <p:nvSpPr>
          <p:cNvPr id="57" name="Google Shape;57;g3cbe6b88681_0_49"/>
          <p:cNvSpPr txBox="1"/>
          <p:nvPr>
            <p:ph idx="2" type="body"/>
          </p:nvPr>
        </p:nvSpPr>
        <p:spPr>
          <a:xfrm>
            <a:off x="228600" y="717550"/>
            <a:ext cx="1504200" cy="23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228600" lvl="0" marL="457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indent="-228600" lvl="1" marL="914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600"/>
              <a:buNone/>
              <a:defRPr sz="600"/>
            </a:lvl2pPr>
            <a:lvl3pPr indent="-228600" lvl="2" marL="1371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9pPr>
          </a:lstStyle>
          <a:p/>
        </p:txBody>
      </p:sp>
      <p:sp>
        <p:nvSpPr>
          <p:cNvPr id="58" name="Google Shape;58;g3cbe6b88681_0_49"/>
          <p:cNvSpPr txBox="1"/>
          <p:nvPr>
            <p:ph idx="10" type="dt"/>
          </p:nvPr>
        </p:nvSpPr>
        <p:spPr>
          <a:xfrm>
            <a:off x="228600" y="3178175"/>
            <a:ext cx="1066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59" name="Google Shape;59;g3cbe6b88681_0_49"/>
          <p:cNvSpPr txBox="1"/>
          <p:nvPr>
            <p:ph idx="11" type="ftr"/>
          </p:nvPr>
        </p:nvSpPr>
        <p:spPr>
          <a:xfrm>
            <a:off x="1562100" y="3178175"/>
            <a:ext cx="1447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60" name="Google Shape;60;g3cbe6b88681_0_49"/>
          <p:cNvSpPr txBox="1"/>
          <p:nvPr>
            <p:ph idx="12" type="sldNum"/>
          </p:nvPr>
        </p:nvSpPr>
        <p:spPr>
          <a:xfrm>
            <a:off x="3276600" y="3178175"/>
            <a:ext cx="1066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cbe6b88681_0_56"/>
          <p:cNvSpPr txBox="1"/>
          <p:nvPr>
            <p:ph type="title"/>
          </p:nvPr>
        </p:nvSpPr>
        <p:spPr>
          <a:xfrm>
            <a:off x="896144" y="2400300"/>
            <a:ext cx="2743200" cy="283500"/>
          </a:xfrm>
          <a:prstGeom prst="rect">
            <a:avLst/>
          </a:prstGeom>
          <a:noFill/>
          <a:ln>
            <a:noFill/>
          </a:ln>
        </p:spPr>
        <p:txBody>
          <a:bodyPr anchorCtr="0" anchor="b" bIns="22850" lIns="45725" spcFirstLastPara="1" rIns="45725" wrap="square" tIns="2285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63" name="Google Shape;63;g3cbe6b88681_0_56"/>
          <p:cNvSpPr/>
          <p:nvPr>
            <p:ph idx="2" type="pic"/>
          </p:nvPr>
        </p:nvSpPr>
        <p:spPr>
          <a:xfrm>
            <a:off x="896144" y="306388"/>
            <a:ext cx="2743200" cy="20574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g3cbe6b88681_0_56"/>
          <p:cNvSpPr txBox="1"/>
          <p:nvPr>
            <p:ph idx="1" type="body"/>
          </p:nvPr>
        </p:nvSpPr>
        <p:spPr>
          <a:xfrm>
            <a:off x="896144" y="2683669"/>
            <a:ext cx="27432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228600" lvl="0" marL="457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indent="-228600" lvl="1" marL="914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600"/>
              <a:buNone/>
              <a:defRPr sz="600"/>
            </a:lvl2pPr>
            <a:lvl3pPr indent="-228600" lvl="2" marL="1371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9pPr>
          </a:lstStyle>
          <a:p/>
        </p:txBody>
      </p:sp>
      <p:sp>
        <p:nvSpPr>
          <p:cNvPr id="65" name="Google Shape;65;g3cbe6b88681_0_56"/>
          <p:cNvSpPr txBox="1"/>
          <p:nvPr>
            <p:ph idx="10" type="dt"/>
          </p:nvPr>
        </p:nvSpPr>
        <p:spPr>
          <a:xfrm>
            <a:off x="228600" y="3178175"/>
            <a:ext cx="1066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66" name="Google Shape;66;g3cbe6b88681_0_56"/>
          <p:cNvSpPr txBox="1"/>
          <p:nvPr>
            <p:ph idx="11" type="ftr"/>
          </p:nvPr>
        </p:nvSpPr>
        <p:spPr>
          <a:xfrm>
            <a:off x="1562100" y="3178175"/>
            <a:ext cx="1447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67" name="Google Shape;67;g3cbe6b88681_0_56"/>
          <p:cNvSpPr txBox="1"/>
          <p:nvPr>
            <p:ph idx="12" type="sldNum"/>
          </p:nvPr>
        </p:nvSpPr>
        <p:spPr>
          <a:xfrm>
            <a:off x="3276600" y="3178175"/>
            <a:ext cx="1066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cbe6b88681_0_63"/>
          <p:cNvSpPr txBox="1"/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70" name="Google Shape;70;g3cbe6b88681_0_63"/>
          <p:cNvSpPr txBox="1"/>
          <p:nvPr>
            <p:ph idx="1" type="body"/>
          </p:nvPr>
        </p:nvSpPr>
        <p:spPr>
          <a:xfrm rot="5400000">
            <a:off x="1154550" y="-125850"/>
            <a:ext cx="22629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28575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1pPr>
            <a:lvl2pPr indent="-28575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/>
            </a:lvl2pPr>
            <a:lvl3pPr indent="-28575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3pPr>
            <a:lvl4pPr indent="-28575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/>
            </a:lvl4pPr>
            <a:lvl5pPr indent="-28575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»"/>
              <a:defRPr/>
            </a:lvl5pPr>
            <a:lvl6pPr indent="-28575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6pPr>
            <a:lvl7pPr indent="-28575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7pPr>
            <a:lvl8pPr indent="-28575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8pPr>
            <a:lvl9pPr indent="-28575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9pPr>
          </a:lstStyle>
          <a:p/>
        </p:txBody>
      </p:sp>
      <p:sp>
        <p:nvSpPr>
          <p:cNvPr id="71" name="Google Shape;71;g3cbe6b88681_0_63"/>
          <p:cNvSpPr txBox="1"/>
          <p:nvPr>
            <p:ph idx="10" type="dt"/>
          </p:nvPr>
        </p:nvSpPr>
        <p:spPr>
          <a:xfrm>
            <a:off x="228600" y="3178175"/>
            <a:ext cx="1066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72" name="Google Shape;72;g3cbe6b88681_0_63"/>
          <p:cNvSpPr txBox="1"/>
          <p:nvPr>
            <p:ph idx="11" type="ftr"/>
          </p:nvPr>
        </p:nvSpPr>
        <p:spPr>
          <a:xfrm>
            <a:off x="1562100" y="3178175"/>
            <a:ext cx="1447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73" name="Google Shape;73;g3cbe6b88681_0_63"/>
          <p:cNvSpPr txBox="1"/>
          <p:nvPr>
            <p:ph idx="12" type="sldNum"/>
          </p:nvPr>
        </p:nvSpPr>
        <p:spPr>
          <a:xfrm>
            <a:off x="3276600" y="3178175"/>
            <a:ext cx="1066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e6b88681_0_69"/>
          <p:cNvSpPr txBox="1"/>
          <p:nvPr>
            <p:ph type="title"/>
          </p:nvPr>
        </p:nvSpPr>
        <p:spPr>
          <a:xfrm rot="5400000">
            <a:off x="2366100" y="1085919"/>
            <a:ext cx="29259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76" name="Google Shape;76;g3cbe6b88681_0_69"/>
          <p:cNvSpPr txBox="1"/>
          <p:nvPr>
            <p:ph idx="1" type="body"/>
          </p:nvPr>
        </p:nvSpPr>
        <p:spPr>
          <a:xfrm rot="5400000">
            <a:off x="270600" y="95319"/>
            <a:ext cx="2925900" cy="30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28575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1pPr>
            <a:lvl2pPr indent="-28575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/>
            </a:lvl2pPr>
            <a:lvl3pPr indent="-28575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3pPr>
            <a:lvl4pPr indent="-28575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/>
            </a:lvl4pPr>
            <a:lvl5pPr indent="-28575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»"/>
              <a:defRPr/>
            </a:lvl5pPr>
            <a:lvl6pPr indent="-28575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6pPr>
            <a:lvl7pPr indent="-28575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7pPr>
            <a:lvl8pPr indent="-28575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8pPr>
            <a:lvl9pPr indent="-28575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9pPr>
          </a:lstStyle>
          <a:p/>
        </p:txBody>
      </p:sp>
      <p:sp>
        <p:nvSpPr>
          <p:cNvPr id="77" name="Google Shape;77;g3cbe6b88681_0_69"/>
          <p:cNvSpPr txBox="1"/>
          <p:nvPr>
            <p:ph idx="10" type="dt"/>
          </p:nvPr>
        </p:nvSpPr>
        <p:spPr>
          <a:xfrm>
            <a:off x="228600" y="3178175"/>
            <a:ext cx="1066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78" name="Google Shape;78;g3cbe6b88681_0_69"/>
          <p:cNvSpPr txBox="1"/>
          <p:nvPr>
            <p:ph idx="11" type="ftr"/>
          </p:nvPr>
        </p:nvSpPr>
        <p:spPr>
          <a:xfrm>
            <a:off x="1562100" y="3178175"/>
            <a:ext cx="1447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79" name="Google Shape;79;g3cbe6b88681_0_69"/>
          <p:cNvSpPr txBox="1"/>
          <p:nvPr>
            <p:ph idx="12" type="sldNum"/>
          </p:nvPr>
        </p:nvSpPr>
        <p:spPr>
          <a:xfrm>
            <a:off x="3276600" y="3178175"/>
            <a:ext cx="1066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e6b88681_0_7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2" name="Google Shape;82;g3cbe6b88681_0_75"/>
          <p:cNvGrpSpPr/>
          <p:nvPr/>
        </p:nvGrpSpPr>
        <p:grpSpPr>
          <a:xfrm>
            <a:off x="830394" y="1191277"/>
            <a:ext cx="745763" cy="45826"/>
            <a:chOff x="4580561" y="2589004"/>
            <a:chExt cx="1064464" cy="25200"/>
          </a:xfrm>
        </p:grpSpPr>
        <p:sp>
          <p:nvSpPr>
            <p:cNvPr id="83" name="Google Shape;83;g3cbe6b88681_0_7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" name="Google Shape;84;g3cbe6b88681_0_7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5" name="Google Shape;85;g3cbe6b88681_0_7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86" name="Google Shape;86;g3cbe6b88681_0_75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87" name="Google Shape;87;g3cbe6b88681_0_7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g3cbe6b88681_0_0"/>
          <p:cNvSpPr txBox="1"/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None/>
              <a:defRPr b="0" i="0" sz="2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9pPr>
          </a:lstStyle>
          <a:p/>
        </p:txBody>
      </p:sp>
      <p:sp>
        <p:nvSpPr>
          <p:cNvPr id="7" name="Google Shape;7;g3cbe6b88681_0_0"/>
          <p:cNvSpPr txBox="1"/>
          <p:nvPr>
            <p:ph idx="1" type="body"/>
          </p:nvPr>
        </p:nvSpPr>
        <p:spPr>
          <a:xfrm>
            <a:off x="228600" y="800100"/>
            <a:ext cx="4114800" cy="226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330200" lvl="0" marL="4572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–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4800" lvl="2" marL="137160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2100" lvl="3" marL="182880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–"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2100" lvl="4" marL="228600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»"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2100" lvl="5" marL="274320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2100" lvl="6" marL="320040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2100" lvl="7" marL="365760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2100" lvl="8" marL="411480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g3cbe6b88681_0_0"/>
          <p:cNvSpPr txBox="1"/>
          <p:nvPr>
            <p:ph idx="10" type="dt"/>
          </p:nvPr>
        </p:nvSpPr>
        <p:spPr>
          <a:xfrm>
            <a:off x="228600" y="3178175"/>
            <a:ext cx="1066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g3cbe6b88681_0_0"/>
          <p:cNvSpPr txBox="1"/>
          <p:nvPr>
            <p:ph idx="11" type="ftr"/>
          </p:nvPr>
        </p:nvSpPr>
        <p:spPr>
          <a:xfrm>
            <a:off x="1562100" y="3178175"/>
            <a:ext cx="1447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g3cbe6b88681_0_0"/>
          <p:cNvSpPr txBox="1"/>
          <p:nvPr>
            <p:ph idx="12" type="sldNum"/>
          </p:nvPr>
        </p:nvSpPr>
        <p:spPr>
          <a:xfrm>
            <a:off x="3276600" y="3178175"/>
            <a:ext cx="1066800" cy="1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6.jpg"/><Relationship Id="rId4" Type="http://schemas.openxmlformats.org/officeDocument/2006/relationships/image" Target="../media/image7.png"/><Relationship Id="rId5" Type="http://schemas.openxmlformats.org/officeDocument/2006/relationships/image" Target="../media/image5.png"/><Relationship Id="rId6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6.jpg"/><Relationship Id="rId4" Type="http://schemas.openxmlformats.org/officeDocument/2006/relationships/image" Target="../media/image7.png"/><Relationship Id="rId5" Type="http://schemas.openxmlformats.org/officeDocument/2006/relationships/image" Target="../media/image5.png"/><Relationship Id="rId6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6E7EA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cbe6b88681_0_88"/>
          <p:cNvSpPr/>
          <p:nvPr/>
        </p:nvSpPr>
        <p:spPr>
          <a:xfrm>
            <a:off x="-48623" y="-1307989"/>
            <a:ext cx="9677233" cy="6451489"/>
          </a:xfrm>
          <a:custGeom>
            <a:rect b="b" l="l" r="r" t="t"/>
            <a:pathLst>
              <a:path extrusionOk="0" h="12902978" w="19354466">
                <a:moveTo>
                  <a:pt x="0" y="0"/>
                </a:moveTo>
                <a:lnTo>
                  <a:pt x="19354466" y="0"/>
                </a:lnTo>
                <a:lnTo>
                  <a:pt x="19354466" y="12902978"/>
                </a:lnTo>
                <a:lnTo>
                  <a:pt x="0" y="129029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cxnSp>
        <p:nvCxnSpPr>
          <p:cNvPr id="93" name="Google Shape;93;g3cbe6b88681_0_88"/>
          <p:cNvCxnSpPr/>
          <p:nvPr/>
        </p:nvCxnSpPr>
        <p:spPr>
          <a:xfrm flipH="1" rot="10800000">
            <a:off x="657642" y="2400038"/>
            <a:ext cx="4350600" cy="9300"/>
          </a:xfrm>
          <a:prstGeom prst="straightConnector1">
            <a:avLst/>
          </a:prstGeom>
          <a:noFill/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4" name="Google Shape;94;g3cbe6b88681_0_88"/>
          <p:cNvSpPr/>
          <p:nvPr/>
        </p:nvSpPr>
        <p:spPr>
          <a:xfrm>
            <a:off x="495688" y="446089"/>
            <a:ext cx="5071262" cy="4156147"/>
          </a:xfrm>
          <a:custGeom>
            <a:rect b="b" l="l" r="r" t="t"/>
            <a:pathLst>
              <a:path extrusionOk="0" h="8312294" w="10142524">
                <a:moveTo>
                  <a:pt x="0" y="0"/>
                </a:moveTo>
                <a:lnTo>
                  <a:pt x="10142523" y="0"/>
                </a:lnTo>
                <a:lnTo>
                  <a:pt x="10142523" y="8312294"/>
                </a:lnTo>
                <a:lnTo>
                  <a:pt x="0" y="831229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-13019" l="-9767" r="-80086" t="-41418"/>
            </a:stretch>
          </a:blipFill>
          <a:ln>
            <a:noFill/>
          </a:ln>
        </p:spPr>
      </p:sp>
      <p:sp>
        <p:nvSpPr>
          <p:cNvPr id="95" name="Google Shape;95;g3cbe6b88681_0_88"/>
          <p:cNvSpPr/>
          <p:nvPr/>
        </p:nvSpPr>
        <p:spPr>
          <a:xfrm>
            <a:off x="2280086" y="-1458104"/>
            <a:ext cx="7901979" cy="7110020"/>
          </a:xfrm>
          <a:custGeom>
            <a:rect b="b" l="l" r="r" t="t"/>
            <a:pathLst>
              <a:path extrusionOk="0" h="14220040" w="15803957">
                <a:moveTo>
                  <a:pt x="0" y="0"/>
                </a:moveTo>
                <a:lnTo>
                  <a:pt x="15803957" y="0"/>
                </a:lnTo>
                <a:lnTo>
                  <a:pt x="15803957" y="14220040"/>
                </a:lnTo>
                <a:lnTo>
                  <a:pt x="0" y="1422004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-51128" l="0" r="-143368" t="0"/>
            </a:stretch>
          </a:blipFill>
          <a:ln>
            <a:noFill/>
          </a:ln>
        </p:spPr>
      </p:sp>
      <p:sp>
        <p:nvSpPr>
          <p:cNvPr id="96" name="Google Shape;96;g3cbe6b88681_0_88"/>
          <p:cNvSpPr txBox="1"/>
          <p:nvPr/>
        </p:nvSpPr>
        <p:spPr>
          <a:xfrm>
            <a:off x="765075" y="2759750"/>
            <a:ext cx="3514800" cy="90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Hack Axenix</a:t>
            </a:r>
            <a:endParaRPr sz="1600"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97" name="Google Shape;97;g3cbe6b88681_0_88"/>
          <p:cNvSpPr txBox="1"/>
          <p:nvPr/>
        </p:nvSpPr>
        <p:spPr>
          <a:xfrm>
            <a:off x="765075" y="692750"/>
            <a:ext cx="4545000" cy="199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8399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100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PrezAI</a:t>
            </a:r>
            <a:endParaRPr i="0" sz="4100" u="none" cap="none" strike="noStrike">
              <a:solidFill>
                <a:srgbClr val="FFFFFF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pic>
        <p:nvPicPr>
          <p:cNvPr id="98" name="Google Shape;98;g3cbe6b88681_0_8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95000" y="3666045"/>
            <a:ext cx="1781500" cy="94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701D"/>
        </a:soli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" name="Google Shape;103;g39583fe827a_1_0"/>
          <p:cNvGrpSpPr/>
          <p:nvPr/>
        </p:nvGrpSpPr>
        <p:grpSpPr>
          <a:xfrm>
            <a:off x="9120188" y="3966906"/>
            <a:ext cx="23921" cy="586699"/>
            <a:chOff x="0" y="-38100"/>
            <a:chExt cx="12600" cy="309033"/>
          </a:xfrm>
        </p:grpSpPr>
        <p:sp>
          <p:nvSpPr>
            <p:cNvPr id="104" name="Google Shape;104;g39583fe827a_1_0"/>
            <p:cNvSpPr/>
            <p:nvPr/>
          </p:nvSpPr>
          <p:spPr>
            <a:xfrm>
              <a:off x="0" y="0"/>
              <a:ext cx="12543" cy="270933"/>
            </a:xfrm>
            <a:custGeom>
              <a:rect b="b" l="l" r="r" t="t"/>
              <a:pathLst>
                <a:path extrusionOk="0" h="270933" w="12543">
                  <a:moveTo>
                    <a:pt x="0" y="0"/>
                  </a:moveTo>
                  <a:lnTo>
                    <a:pt x="12543" y="0"/>
                  </a:lnTo>
                  <a:lnTo>
                    <a:pt x="1254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F1701D"/>
            </a:solidFill>
            <a:ln>
              <a:noFill/>
            </a:ln>
          </p:spPr>
        </p:sp>
        <p:sp>
          <p:nvSpPr>
            <p:cNvPr id="105" name="Google Shape;105;g39583fe827a_1_0"/>
            <p:cNvSpPr txBox="1"/>
            <p:nvPr/>
          </p:nvSpPr>
          <p:spPr>
            <a:xfrm>
              <a:off x="0" y="-38100"/>
              <a:ext cx="12600" cy="309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5400" lIns="25400" spcFirstLastPara="1" rIns="25400" wrap="square" tIns="254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06" name="Google Shape;106;g39583fe827a_1_0"/>
          <p:cNvCxnSpPr/>
          <p:nvPr/>
        </p:nvCxnSpPr>
        <p:spPr>
          <a:xfrm>
            <a:off x="4856174" y="2680447"/>
            <a:ext cx="4085100" cy="0"/>
          </a:xfrm>
          <a:prstGeom prst="straightConnector1">
            <a:avLst/>
          </a:prstGeom>
          <a:noFill/>
          <a:ln cap="flat" cmpd="sng" w="19050">
            <a:solidFill>
              <a:srgbClr val="F1701D"/>
            </a:solidFill>
            <a:prstDash val="lgDash"/>
            <a:round/>
            <a:headEnd len="sm" w="sm" type="none"/>
            <a:tailEnd len="sm" w="sm" type="none"/>
          </a:ln>
        </p:spPr>
      </p:cxnSp>
      <p:sp>
        <p:nvSpPr>
          <p:cNvPr id="107" name="Google Shape;107;g39583fe827a_1_0"/>
          <p:cNvSpPr txBox="1"/>
          <p:nvPr/>
        </p:nvSpPr>
        <p:spPr>
          <a:xfrm>
            <a:off x="335100" y="3399451"/>
            <a:ext cx="1668000" cy="4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Дрягина Алина</a:t>
            </a:r>
            <a:endParaRPr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108" name="Google Shape;108;g39583fe827a_1_0"/>
          <p:cNvSpPr txBox="1"/>
          <p:nvPr/>
        </p:nvSpPr>
        <p:spPr>
          <a:xfrm>
            <a:off x="2003100" y="3399462"/>
            <a:ext cx="1729800" cy="10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Дьяков Андрей </a:t>
            </a:r>
            <a:endParaRPr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109" name="Google Shape;109;g39583fe827a_1_0"/>
          <p:cNvSpPr txBox="1"/>
          <p:nvPr/>
        </p:nvSpPr>
        <p:spPr>
          <a:xfrm>
            <a:off x="3732900" y="3399461"/>
            <a:ext cx="1896000" cy="10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Киселев Эмиль</a:t>
            </a:r>
            <a:endParaRPr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110" name="Google Shape;110;g39583fe827a_1_0"/>
          <p:cNvSpPr txBox="1"/>
          <p:nvPr/>
        </p:nvSpPr>
        <p:spPr>
          <a:xfrm>
            <a:off x="5443500" y="3399462"/>
            <a:ext cx="1896000" cy="10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Сапарбеков Эркин</a:t>
            </a:r>
            <a:endParaRPr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111" name="Google Shape;111;g39583fe827a_1_0"/>
          <p:cNvSpPr txBox="1"/>
          <p:nvPr/>
        </p:nvSpPr>
        <p:spPr>
          <a:xfrm>
            <a:off x="7284750" y="3399458"/>
            <a:ext cx="1552500" cy="10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Тройнина Алеся</a:t>
            </a:r>
            <a:endParaRPr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112" name="Google Shape;112;g39583fe827a_1_0"/>
          <p:cNvSpPr/>
          <p:nvPr/>
        </p:nvSpPr>
        <p:spPr>
          <a:xfrm>
            <a:off x="3974100" y="1676850"/>
            <a:ext cx="1413600" cy="1373700"/>
          </a:xfrm>
          <a:prstGeom prst="roundRect">
            <a:avLst>
              <a:gd fmla="val 16667" name="adj"/>
            </a:avLst>
          </a:prstGeom>
          <a:solidFill>
            <a:srgbClr val="E7E6E6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g39583fe827a_1_0"/>
          <p:cNvSpPr/>
          <p:nvPr/>
        </p:nvSpPr>
        <p:spPr>
          <a:xfrm>
            <a:off x="5684700" y="1676863"/>
            <a:ext cx="1413600" cy="1373700"/>
          </a:xfrm>
          <a:prstGeom prst="roundRect">
            <a:avLst>
              <a:gd fmla="val 16667" name="adj"/>
            </a:avLst>
          </a:prstGeom>
          <a:solidFill>
            <a:srgbClr val="E7E6E6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g39583fe827a_1_0"/>
          <p:cNvSpPr/>
          <p:nvPr/>
        </p:nvSpPr>
        <p:spPr>
          <a:xfrm>
            <a:off x="7354200" y="1676863"/>
            <a:ext cx="1413600" cy="1373700"/>
          </a:xfrm>
          <a:prstGeom prst="roundRect">
            <a:avLst>
              <a:gd fmla="val 16667" name="adj"/>
            </a:avLst>
          </a:prstGeom>
          <a:solidFill>
            <a:srgbClr val="E7E6E6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g39583fe827a_1_0"/>
          <p:cNvSpPr/>
          <p:nvPr/>
        </p:nvSpPr>
        <p:spPr>
          <a:xfrm>
            <a:off x="2161200" y="1676863"/>
            <a:ext cx="1413600" cy="1373700"/>
          </a:xfrm>
          <a:prstGeom prst="roundRect">
            <a:avLst>
              <a:gd fmla="val 16667" name="adj"/>
            </a:avLst>
          </a:prstGeom>
          <a:solidFill>
            <a:srgbClr val="E7E6E6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g39583fe827a_1_0"/>
          <p:cNvSpPr/>
          <p:nvPr/>
        </p:nvSpPr>
        <p:spPr>
          <a:xfrm>
            <a:off x="462300" y="1676850"/>
            <a:ext cx="1413600" cy="1373700"/>
          </a:xfrm>
          <a:prstGeom prst="roundRect">
            <a:avLst>
              <a:gd fmla="val 16667" name="adj"/>
            </a:avLst>
          </a:prstGeom>
          <a:solidFill>
            <a:srgbClr val="E7E6E6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17" name="Google Shape;117;g39583fe827a_1_0"/>
          <p:cNvGrpSpPr/>
          <p:nvPr/>
        </p:nvGrpSpPr>
        <p:grpSpPr>
          <a:xfrm>
            <a:off x="287050" y="87951"/>
            <a:ext cx="8522958" cy="701961"/>
            <a:chOff x="0" y="-47625"/>
            <a:chExt cx="2187000" cy="2364300"/>
          </a:xfrm>
        </p:grpSpPr>
        <p:sp>
          <p:nvSpPr>
            <p:cNvPr id="118" name="Google Shape;118;g39583fe827a_1_0"/>
            <p:cNvSpPr/>
            <p:nvPr/>
          </p:nvSpPr>
          <p:spPr>
            <a:xfrm>
              <a:off x="0" y="0"/>
              <a:ext cx="2186957" cy="2316564"/>
            </a:xfrm>
            <a:custGeom>
              <a:rect b="b" l="l" r="r" t="t"/>
              <a:pathLst>
                <a:path extrusionOk="0" h="2316564" w="2186957">
                  <a:moveTo>
                    <a:pt x="47550" y="0"/>
                  </a:moveTo>
                  <a:lnTo>
                    <a:pt x="2139406" y="0"/>
                  </a:lnTo>
                  <a:cubicBezTo>
                    <a:pt x="2165668" y="0"/>
                    <a:pt x="2186957" y="21289"/>
                    <a:pt x="2186957" y="47550"/>
                  </a:cubicBezTo>
                  <a:lnTo>
                    <a:pt x="2186957" y="2269014"/>
                  </a:lnTo>
                  <a:cubicBezTo>
                    <a:pt x="2186957" y="2295275"/>
                    <a:pt x="2165668" y="2316564"/>
                    <a:pt x="2139406" y="2316564"/>
                  </a:cubicBezTo>
                  <a:lnTo>
                    <a:pt x="47550" y="2316564"/>
                  </a:lnTo>
                  <a:cubicBezTo>
                    <a:pt x="21289" y="2316564"/>
                    <a:pt x="0" y="2295275"/>
                    <a:pt x="0" y="2269014"/>
                  </a:cubicBezTo>
                  <a:lnTo>
                    <a:pt x="0" y="47550"/>
                  </a:lnTo>
                  <a:cubicBezTo>
                    <a:pt x="0" y="21289"/>
                    <a:pt x="21289" y="0"/>
                    <a:pt x="4755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g39583fe827a_1_0"/>
            <p:cNvSpPr txBox="1"/>
            <p:nvPr/>
          </p:nvSpPr>
          <p:spPr>
            <a:xfrm>
              <a:off x="0" y="-47625"/>
              <a:ext cx="2187000" cy="236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5400" lIns="25400" spcFirstLastPara="1" rIns="25400" wrap="square" tIns="25400">
              <a:noAutofit/>
            </a:bodyPr>
            <a:lstStyle/>
            <a:p>
              <a:pPr indent="0" lvl="0" marL="0" marR="0" rtl="0" algn="ctr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0" name="Google Shape;120;g39583fe827a_1_0"/>
          <p:cNvSpPr txBox="1"/>
          <p:nvPr/>
        </p:nvSpPr>
        <p:spPr>
          <a:xfrm>
            <a:off x="287025" y="154225"/>
            <a:ext cx="85230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2500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rPr>
              <a:t>Наша команда</a:t>
            </a:r>
            <a:endParaRPr sz="1300"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121" name="Google Shape;121;g39583fe827a_1_0"/>
          <p:cNvSpPr txBox="1"/>
          <p:nvPr/>
        </p:nvSpPr>
        <p:spPr>
          <a:xfrm>
            <a:off x="335100" y="3799951"/>
            <a:ext cx="1668000" cy="4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Руководитель проекта</a:t>
            </a:r>
            <a:endParaRPr sz="1300"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122" name="Google Shape;122;g39583fe827a_1_0"/>
          <p:cNvSpPr txBox="1"/>
          <p:nvPr/>
        </p:nvSpPr>
        <p:spPr>
          <a:xfrm>
            <a:off x="2034000" y="3799951"/>
            <a:ext cx="1668000" cy="4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AI‑инженер</a:t>
            </a:r>
            <a:endParaRPr sz="1300"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123" name="Google Shape;123;g39583fe827a_1_0"/>
          <p:cNvSpPr txBox="1"/>
          <p:nvPr/>
        </p:nvSpPr>
        <p:spPr>
          <a:xfrm>
            <a:off x="3895575" y="3799951"/>
            <a:ext cx="1668000" cy="4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Backend‑разработчик</a:t>
            </a:r>
            <a:endParaRPr sz="1300"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124" name="Google Shape;124;g39583fe827a_1_0"/>
          <p:cNvSpPr txBox="1"/>
          <p:nvPr/>
        </p:nvSpPr>
        <p:spPr>
          <a:xfrm>
            <a:off x="5557500" y="3799951"/>
            <a:ext cx="1668000" cy="4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Frontend‑разработчик</a:t>
            </a:r>
            <a:endParaRPr sz="1300"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125" name="Google Shape;125;g39583fe827a_1_0"/>
          <p:cNvSpPr txBox="1"/>
          <p:nvPr/>
        </p:nvSpPr>
        <p:spPr>
          <a:xfrm>
            <a:off x="7227000" y="3799951"/>
            <a:ext cx="1668000" cy="4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UI/UX‑дизайнер</a:t>
            </a:r>
            <a:endParaRPr sz="1300"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701D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Google Shape;158;g3cbe6b88681_0_438"/>
          <p:cNvGrpSpPr/>
          <p:nvPr/>
        </p:nvGrpSpPr>
        <p:grpSpPr>
          <a:xfrm>
            <a:off x="9120188" y="3966906"/>
            <a:ext cx="23921" cy="586699"/>
            <a:chOff x="0" y="-38100"/>
            <a:chExt cx="12600" cy="309033"/>
          </a:xfrm>
        </p:grpSpPr>
        <p:sp>
          <p:nvSpPr>
            <p:cNvPr id="159" name="Google Shape;159;g3cbe6b88681_0_438"/>
            <p:cNvSpPr/>
            <p:nvPr/>
          </p:nvSpPr>
          <p:spPr>
            <a:xfrm>
              <a:off x="0" y="0"/>
              <a:ext cx="12543" cy="270933"/>
            </a:xfrm>
            <a:custGeom>
              <a:rect b="b" l="l" r="r" t="t"/>
              <a:pathLst>
                <a:path extrusionOk="0" h="270933" w="12543">
                  <a:moveTo>
                    <a:pt x="0" y="0"/>
                  </a:moveTo>
                  <a:lnTo>
                    <a:pt x="12543" y="0"/>
                  </a:lnTo>
                  <a:lnTo>
                    <a:pt x="1254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F1701D"/>
            </a:solidFill>
            <a:ln>
              <a:noFill/>
            </a:ln>
          </p:spPr>
        </p:sp>
        <p:sp>
          <p:nvSpPr>
            <p:cNvPr id="160" name="Google Shape;160;g3cbe6b88681_0_438"/>
            <p:cNvSpPr txBox="1"/>
            <p:nvPr/>
          </p:nvSpPr>
          <p:spPr>
            <a:xfrm>
              <a:off x="0" y="-38100"/>
              <a:ext cx="12600" cy="309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5400" lIns="25400" spcFirstLastPara="1" rIns="25400" wrap="square" tIns="254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1" name="Google Shape;161;g3cbe6b88681_0_438"/>
          <p:cNvGrpSpPr/>
          <p:nvPr/>
        </p:nvGrpSpPr>
        <p:grpSpPr>
          <a:xfrm>
            <a:off x="4776750" y="1087576"/>
            <a:ext cx="4056905" cy="3824965"/>
            <a:chOff x="0" y="-47625"/>
            <a:chExt cx="2136900" cy="2364300"/>
          </a:xfrm>
        </p:grpSpPr>
        <p:sp>
          <p:nvSpPr>
            <p:cNvPr id="162" name="Google Shape;162;g3cbe6b88681_0_438"/>
            <p:cNvSpPr/>
            <p:nvPr/>
          </p:nvSpPr>
          <p:spPr>
            <a:xfrm>
              <a:off x="0" y="0"/>
              <a:ext cx="2136784" cy="2316564"/>
            </a:xfrm>
            <a:custGeom>
              <a:rect b="b" l="l" r="r" t="t"/>
              <a:pathLst>
                <a:path extrusionOk="0" h="2316564" w="2136784">
                  <a:moveTo>
                    <a:pt x="48667" y="0"/>
                  </a:moveTo>
                  <a:lnTo>
                    <a:pt x="2088117" y="0"/>
                  </a:lnTo>
                  <a:cubicBezTo>
                    <a:pt x="2101024" y="0"/>
                    <a:pt x="2113403" y="5127"/>
                    <a:pt x="2122530" y="14254"/>
                  </a:cubicBezTo>
                  <a:cubicBezTo>
                    <a:pt x="2131656" y="23381"/>
                    <a:pt x="2136784" y="35759"/>
                    <a:pt x="2136784" y="48667"/>
                  </a:cubicBezTo>
                  <a:lnTo>
                    <a:pt x="2136784" y="2267898"/>
                  </a:lnTo>
                  <a:cubicBezTo>
                    <a:pt x="2136784" y="2280805"/>
                    <a:pt x="2131656" y="2293183"/>
                    <a:pt x="2122530" y="2302310"/>
                  </a:cubicBezTo>
                  <a:cubicBezTo>
                    <a:pt x="2113403" y="2311437"/>
                    <a:pt x="2101024" y="2316564"/>
                    <a:pt x="2088117" y="2316564"/>
                  </a:cubicBezTo>
                  <a:lnTo>
                    <a:pt x="48667" y="2316564"/>
                  </a:lnTo>
                  <a:cubicBezTo>
                    <a:pt x="35759" y="2316564"/>
                    <a:pt x="23381" y="2311437"/>
                    <a:pt x="14254" y="2302310"/>
                  </a:cubicBezTo>
                  <a:cubicBezTo>
                    <a:pt x="5127" y="2293183"/>
                    <a:pt x="0" y="2280805"/>
                    <a:pt x="0" y="2267898"/>
                  </a:cubicBezTo>
                  <a:lnTo>
                    <a:pt x="0" y="48667"/>
                  </a:lnTo>
                  <a:cubicBezTo>
                    <a:pt x="0" y="35759"/>
                    <a:pt x="5127" y="23381"/>
                    <a:pt x="14254" y="14254"/>
                  </a:cubicBezTo>
                  <a:cubicBezTo>
                    <a:pt x="23381" y="5127"/>
                    <a:pt x="35759" y="0"/>
                    <a:pt x="4866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" name="Google Shape;163;g3cbe6b88681_0_438"/>
            <p:cNvSpPr txBox="1"/>
            <p:nvPr/>
          </p:nvSpPr>
          <p:spPr>
            <a:xfrm>
              <a:off x="0" y="-47625"/>
              <a:ext cx="2136900" cy="236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5400" lIns="25400" spcFirstLastPara="1" rIns="25400" wrap="square" tIns="25400">
              <a:noAutofit/>
            </a:bodyPr>
            <a:lstStyle/>
            <a:p>
              <a:pPr indent="0" lvl="0" marL="0" marR="0" rtl="0" algn="ctr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4" name="Google Shape;164;g3cbe6b88681_0_438"/>
          <p:cNvGrpSpPr/>
          <p:nvPr/>
        </p:nvGrpSpPr>
        <p:grpSpPr>
          <a:xfrm>
            <a:off x="287475" y="1087478"/>
            <a:ext cx="4152020" cy="3824965"/>
            <a:chOff x="0" y="-47625"/>
            <a:chExt cx="2187000" cy="2364300"/>
          </a:xfrm>
        </p:grpSpPr>
        <p:sp>
          <p:nvSpPr>
            <p:cNvPr id="165" name="Google Shape;165;g3cbe6b88681_0_438"/>
            <p:cNvSpPr/>
            <p:nvPr/>
          </p:nvSpPr>
          <p:spPr>
            <a:xfrm>
              <a:off x="0" y="0"/>
              <a:ext cx="2186957" cy="2316564"/>
            </a:xfrm>
            <a:custGeom>
              <a:rect b="b" l="l" r="r" t="t"/>
              <a:pathLst>
                <a:path extrusionOk="0" h="2316564" w="2186957">
                  <a:moveTo>
                    <a:pt x="47550" y="0"/>
                  </a:moveTo>
                  <a:lnTo>
                    <a:pt x="2139406" y="0"/>
                  </a:lnTo>
                  <a:cubicBezTo>
                    <a:pt x="2165668" y="0"/>
                    <a:pt x="2186957" y="21289"/>
                    <a:pt x="2186957" y="47550"/>
                  </a:cubicBezTo>
                  <a:lnTo>
                    <a:pt x="2186957" y="2269014"/>
                  </a:lnTo>
                  <a:cubicBezTo>
                    <a:pt x="2186957" y="2295275"/>
                    <a:pt x="2165668" y="2316564"/>
                    <a:pt x="2139406" y="2316564"/>
                  </a:cubicBezTo>
                  <a:lnTo>
                    <a:pt x="47550" y="2316564"/>
                  </a:lnTo>
                  <a:cubicBezTo>
                    <a:pt x="21289" y="2316564"/>
                    <a:pt x="0" y="2295275"/>
                    <a:pt x="0" y="2269014"/>
                  </a:cubicBezTo>
                  <a:lnTo>
                    <a:pt x="0" y="47550"/>
                  </a:lnTo>
                  <a:cubicBezTo>
                    <a:pt x="0" y="21289"/>
                    <a:pt x="21289" y="0"/>
                    <a:pt x="4755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" name="Google Shape;166;g3cbe6b88681_0_438"/>
            <p:cNvSpPr txBox="1"/>
            <p:nvPr/>
          </p:nvSpPr>
          <p:spPr>
            <a:xfrm>
              <a:off x="0" y="-47625"/>
              <a:ext cx="2187000" cy="236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5400" lIns="25400" spcFirstLastPara="1" rIns="25400" wrap="square" tIns="25400">
              <a:noAutofit/>
            </a:bodyPr>
            <a:lstStyle/>
            <a:p>
              <a:pPr indent="0" lvl="0" marL="0" marR="0" rtl="0" algn="ctr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7" name="Google Shape;167;g3cbe6b88681_0_438"/>
          <p:cNvSpPr/>
          <p:nvPr/>
        </p:nvSpPr>
        <p:spPr>
          <a:xfrm>
            <a:off x="7167215" y="3267714"/>
            <a:ext cx="5650630" cy="3157289"/>
          </a:xfrm>
          <a:custGeom>
            <a:rect b="b" l="l" r="r" t="t"/>
            <a:pathLst>
              <a:path extrusionOk="0" h="6314578" w="11301259">
                <a:moveTo>
                  <a:pt x="0" y="0"/>
                </a:moveTo>
                <a:lnTo>
                  <a:pt x="11301258" y="0"/>
                </a:lnTo>
                <a:lnTo>
                  <a:pt x="11301258" y="6314578"/>
                </a:lnTo>
                <a:lnTo>
                  <a:pt x="0" y="63145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cxnSp>
        <p:nvCxnSpPr>
          <p:cNvPr id="168" name="Google Shape;168;g3cbe6b88681_0_438"/>
          <p:cNvCxnSpPr/>
          <p:nvPr/>
        </p:nvCxnSpPr>
        <p:spPr>
          <a:xfrm>
            <a:off x="320949" y="3021222"/>
            <a:ext cx="4085100" cy="0"/>
          </a:xfrm>
          <a:prstGeom prst="straightConnector1">
            <a:avLst/>
          </a:prstGeom>
          <a:noFill/>
          <a:ln cap="flat" cmpd="sng" w="19050">
            <a:solidFill>
              <a:srgbClr val="F1701D"/>
            </a:solidFill>
            <a:prstDash val="lgDash"/>
            <a:round/>
            <a:headEnd len="sm" w="sm" type="none"/>
            <a:tailEnd len="sm" w="sm" type="none"/>
          </a:ln>
        </p:spPr>
      </p:cxnSp>
      <p:grpSp>
        <p:nvGrpSpPr>
          <p:cNvPr id="169" name="Google Shape;169;g3cbe6b88681_0_438"/>
          <p:cNvGrpSpPr/>
          <p:nvPr/>
        </p:nvGrpSpPr>
        <p:grpSpPr>
          <a:xfrm>
            <a:off x="287050" y="87951"/>
            <a:ext cx="8522958" cy="701961"/>
            <a:chOff x="0" y="-47625"/>
            <a:chExt cx="2187000" cy="2364300"/>
          </a:xfrm>
        </p:grpSpPr>
        <p:sp>
          <p:nvSpPr>
            <p:cNvPr id="170" name="Google Shape;170;g3cbe6b88681_0_438"/>
            <p:cNvSpPr/>
            <p:nvPr/>
          </p:nvSpPr>
          <p:spPr>
            <a:xfrm>
              <a:off x="0" y="0"/>
              <a:ext cx="2186957" cy="2316564"/>
            </a:xfrm>
            <a:custGeom>
              <a:rect b="b" l="l" r="r" t="t"/>
              <a:pathLst>
                <a:path extrusionOk="0" h="2316564" w="2186957">
                  <a:moveTo>
                    <a:pt x="47550" y="0"/>
                  </a:moveTo>
                  <a:lnTo>
                    <a:pt x="2139406" y="0"/>
                  </a:lnTo>
                  <a:cubicBezTo>
                    <a:pt x="2165668" y="0"/>
                    <a:pt x="2186957" y="21289"/>
                    <a:pt x="2186957" y="47550"/>
                  </a:cubicBezTo>
                  <a:lnTo>
                    <a:pt x="2186957" y="2269014"/>
                  </a:lnTo>
                  <a:cubicBezTo>
                    <a:pt x="2186957" y="2295275"/>
                    <a:pt x="2165668" y="2316564"/>
                    <a:pt x="2139406" y="2316564"/>
                  </a:cubicBezTo>
                  <a:lnTo>
                    <a:pt x="47550" y="2316564"/>
                  </a:lnTo>
                  <a:cubicBezTo>
                    <a:pt x="21289" y="2316564"/>
                    <a:pt x="0" y="2295275"/>
                    <a:pt x="0" y="2269014"/>
                  </a:cubicBezTo>
                  <a:lnTo>
                    <a:pt x="0" y="47550"/>
                  </a:lnTo>
                  <a:cubicBezTo>
                    <a:pt x="0" y="21289"/>
                    <a:pt x="21289" y="0"/>
                    <a:pt x="4755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" name="Google Shape;171;g3cbe6b88681_0_438"/>
            <p:cNvSpPr txBox="1"/>
            <p:nvPr/>
          </p:nvSpPr>
          <p:spPr>
            <a:xfrm>
              <a:off x="0" y="-47625"/>
              <a:ext cx="2187000" cy="236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5400" lIns="25400" spcFirstLastPara="1" rIns="25400" wrap="square" tIns="25400">
              <a:noAutofit/>
            </a:bodyPr>
            <a:lstStyle/>
            <a:p>
              <a:pPr indent="0" lvl="0" marL="0" marR="0" rtl="0" algn="ctr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2" name="Google Shape;172;g3cbe6b88681_0_438"/>
          <p:cNvSpPr txBox="1"/>
          <p:nvPr/>
        </p:nvSpPr>
        <p:spPr>
          <a:xfrm>
            <a:off x="287025" y="154225"/>
            <a:ext cx="85230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2500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rPr>
              <a:t>Целевая аудитория и причины создания PrezAI</a:t>
            </a:r>
            <a:endParaRPr sz="1300"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173" name="Google Shape;173;g3cbe6b88681_0_438"/>
          <p:cNvSpPr txBox="1"/>
          <p:nvPr>
            <p:ph idx="4294967295" type="body"/>
          </p:nvPr>
        </p:nvSpPr>
        <p:spPr>
          <a:xfrm>
            <a:off x="319450" y="1170825"/>
            <a:ext cx="4088100" cy="185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300"/>
              <a:buNone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Студенты используют сервис для быстрого оформления учебных докладов, экономя часы на ручном наборе.</a:t>
            </a: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74" name="Google Shape;174;g3cbe6b88681_0_438"/>
          <p:cNvSpPr txBox="1"/>
          <p:nvPr>
            <p:ph idx="4294967295" type="body"/>
          </p:nvPr>
        </p:nvSpPr>
        <p:spPr>
          <a:xfrm>
            <a:off x="319450" y="3113491"/>
            <a:ext cx="4088100" cy="1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300"/>
              <a:buNone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Преподаватели применяют PrezAI для подготовки лекционных материалов и семинаров, избавляясь от рутинного форматирования.</a:t>
            </a: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cxnSp>
        <p:nvCxnSpPr>
          <p:cNvPr id="175" name="Google Shape;175;g3cbe6b88681_0_438"/>
          <p:cNvCxnSpPr/>
          <p:nvPr/>
        </p:nvCxnSpPr>
        <p:spPr>
          <a:xfrm>
            <a:off x="4856174" y="3021222"/>
            <a:ext cx="4085100" cy="0"/>
          </a:xfrm>
          <a:prstGeom prst="straightConnector1">
            <a:avLst/>
          </a:prstGeom>
          <a:noFill/>
          <a:ln cap="flat" cmpd="sng" w="19050">
            <a:solidFill>
              <a:srgbClr val="F1701D"/>
            </a:solidFill>
            <a:prstDash val="lgDash"/>
            <a:round/>
            <a:headEnd len="sm" w="sm" type="none"/>
            <a:tailEnd len="sm" w="sm" type="none"/>
          </a:ln>
        </p:spPr>
      </p:cxnSp>
      <p:sp>
        <p:nvSpPr>
          <p:cNvPr id="176" name="Google Shape;176;g3cbe6b88681_0_438"/>
          <p:cNvSpPr txBox="1"/>
          <p:nvPr>
            <p:ph idx="4294967295" type="body"/>
          </p:nvPr>
        </p:nvSpPr>
        <p:spPr>
          <a:xfrm>
            <a:off x="4800246" y="1182738"/>
            <a:ext cx="4088100" cy="185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300"/>
              <a:buNone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Проектные команды генерируют презентации к встречам и отчётам, получая готовый PPTX за минуту.</a:t>
            </a: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77" name="Google Shape;177;g3cbe6b88681_0_438"/>
          <p:cNvSpPr txBox="1"/>
          <p:nvPr>
            <p:ph idx="4294967295" type="body"/>
          </p:nvPr>
        </p:nvSpPr>
        <p:spPr>
          <a:xfrm>
            <a:off x="4809318" y="3080047"/>
            <a:ext cx="4088100" cy="1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300"/>
              <a:buNone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Дети и школьники могут создавать простые визуальные отчёты, развивая навыки презентации без технических сложностей.</a:t>
            </a: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701D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Google Shape;158;g3cbe6b88681_0_438"/>
          <p:cNvGrpSpPr/>
          <p:nvPr/>
        </p:nvGrpSpPr>
        <p:grpSpPr>
          <a:xfrm>
            <a:off x="9120188" y="3966906"/>
            <a:ext cx="23921" cy="586699"/>
            <a:chOff x="0" y="-38100"/>
            <a:chExt cx="12600" cy="309033"/>
          </a:xfrm>
        </p:grpSpPr>
        <p:sp>
          <p:nvSpPr>
            <p:cNvPr id="159" name="Google Shape;159;g3cbe6b88681_0_438"/>
            <p:cNvSpPr/>
            <p:nvPr/>
          </p:nvSpPr>
          <p:spPr>
            <a:xfrm>
              <a:off x="0" y="0"/>
              <a:ext cx="12543" cy="270933"/>
            </a:xfrm>
            <a:custGeom>
              <a:rect b="b" l="l" r="r" t="t"/>
              <a:pathLst>
                <a:path extrusionOk="0" h="270933" w="12543">
                  <a:moveTo>
                    <a:pt x="0" y="0"/>
                  </a:moveTo>
                  <a:lnTo>
                    <a:pt x="12543" y="0"/>
                  </a:lnTo>
                  <a:lnTo>
                    <a:pt x="1254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F1701D"/>
            </a:solidFill>
            <a:ln>
              <a:noFill/>
            </a:ln>
          </p:spPr>
        </p:sp>
        <p:sp>
          <p:nvSpPr>
            <p:cNvPr id="160" name="Google Shape;160;g3cbe6b88681_0_438"/>
            <p:cNvSpPr txBox="1"/>
            <p:nvPr/>
          </p:nvSpPr>
          <p:spPr>
            <a:xfrm>
              <a:off x="0" y="-38100"/>
              <a:ext cx="12600" cy="309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5400" lIns="25400" spcFirstLastPara="1" rIns="25400" wrap="square" tIns="254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1" name="Google Shape;161;g3cbe6b88681_0_438"/>
          <p:cNvGrpSpPr/>
          <p:nvPr/>
        </p:nvGrpSpPr>
        <p:grpSpPr>
          <a:xfrm>
            <a:off x="4776750" y="1087576"/>
            <a:ext cx="4056905" cy="3824965"/>
            <a:chOff x="0" y="-47625"/>
            <a:chExt cx="2136900" cy="2364300"/>
          </a:xfrm>
        </p:grpSpPr>
        <p:sp>
          <p:nvSpPr>
            <p:cNvPr id="162" name="Google Shape;162;g3cbe6b88681_0_438"/>
            <p:cNvSpPr/>
            <p:nvPr/>
          </p:nvSpPr>
          <p:spPr>
            <a:xfrm>
              <a:off x="0" y="0"/>
              <a:ext cx="2136784" cy="2316564"/>
            </a:xfrm>
            <a:custGeom>
              <a:rect b="b" l="l" r="r" t="t"/>
              <a:pathLst>
                <a:path extrusionOk="0" h="2316564" w="2136784">
                  <a:moveTo>
                    <a:pt x="48667" y="0"/>
                  </a:moveTo>
                  <a:lnTo>
                    <a:pt x="2088117" y="0"/>
                  </a:lnTo>
                  <a:cubicBezTo>
                    <a:pt x="2101024" y="0"/>
                    <a:pt x="2113403" y="5127"/>
                    <a:pt x="2122530" y="14254"/>
                  </a:cubicBezTo>
                  <a:cubicBezTo>
                    <a:pt x="2131656" y="23381"/>
                    <a:pt x="2136784" y="35759"/>
                    <a:pt x="2136784" y="48667"/>
                  </a:cubicBezTo>
                  <a:lnTo>
                    <a:pt x="2136784" y="2267898"/>
                  </a:lnTo>
                  <a:cubicBezTo>
                    <a:pt x="2136784" y="2280805"/>
                    <a:pt x="2131656" y="2293183"/>
                    <a:pt x="2122530" y="2302310"/>
                  </a:cubicBezTo>
                  <a:cubicBezTo>
                    <a:pt x="2113403" y="2311437"/>
                    <a:pt x="2101024" y="2316564"/>
                    <a:pt x="2088117" y="2316564"/>
                  </a:cubicBezTo>
                  <a:lnTo>
                    <a:pt x="48667" y="2316564"/>
                  </a:lnTo>
                  <a:cubicBezTo>
                    <a:pt x="35759" y="2316564"/>
                    <a:pt x="23381" y="2311437"/>
                    <a:pt x="14254" y="2302310"/>
                  </a:cubicBezTo>
                  <a:cubicBezTo>
                    <a:pt x="5127" y="2293183"/>
                    <a:pt x="0" y="2280805"/>
                    <a:pt x="0" y="2267898"/>
                  </a:cubicBezTo>
                  <a:lnTo>
                    <a:pt x="0" y="48667"/>
                  </a:lnTo>
                  <a:cubicBezTo>
                    <a:pt x="0" y="35759"/>
                    <a:pt x="5127" y="23381"/>
                    <a:pt x="14254" y="14254"/>
                  </a:cubicBezTo>
                  <a:cubicBezTo>
                    <a:pt x="23381" y="5127"/>
                    <a:pt x="35759" y="0"/>
                    <a:pt x="4866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" name="Google Shape;163;g3cbe6b88681_0_438"/>
            <p:cNvSpPr txBox="1"/>
            <p:nvPr/>
          </p:nvSpPr>
          <p:spPr>
            <a:xfrm>
              <a:off x="0" y="-47625"/>
              <a:ext cx="2136900" cy="236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5400" lIns="25400" spcFirstLastPara="1" rIns="25400" wrap="square" tIns="25400">
              <a:noAutofit/>
            </a:bodyPr>
            <a:lstStyle/>
            <a:p>
              <a:pPr indent="0" lvl="0" marL="0" marR="0" rtl="0" algn="ctr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4" name="Google Shape;164;g3cbe6b88681_0_438"/>
          <p:cNvGrpSpPr/>
          <p:nvPr/>
        </p:nvGrpSpPr>
        <p:grpSpPr>
          <a:xfrm>
            <a:off x="287475" y="1087478"/>
            <a:ext cx="4152020" cy="3824965"/>
            <a:chOff x="0" y="-47625"/>
            <a:chExt cx="2187000" cy="2364300"/>
          </a:xfrm>
        </p:grpSpPr>
        <p:sp>
          <p:nvSpPr>
            <p:cNvPr id="165" name="Google Shape;165;g3cbe6b88681_0_438"/>
            <p:cNvSpPr/>
            <p:nvPr/>
          </p:nvSpPr>
          <p:spPr>
            <a:xfrm>
              <a:off x="0" y="0"/>
              <a:ext cx="2186957" cy="2316564"/>
            </a:xfrm>
            <a:custGeom>
              <a:rect b="b" l="l" r="r" t="t"/>
              <a:pathLst>
                <a:path extrusionOk="0" h="2316564" w="2186957">
                  <a:moveTo>
                    <a:pt x="47550" y="0"/>
                  </a:moveTo>
                  <a:lnTo>
                    <a:pt x="2139406" y="0"/>
                  </a:lnTo>
                  <a:cubicBezTo>
                    <a:pt x="2165668" y="0"/>
                    <a:pt x="2186957" y="21289"/>
                    <a:pt x="2186957" y="47550"/>
                  </a:cubicBezTo>
                  <a:lnTo>
                    <a:pt x="2186957" y="2269014"/>
                  </a:lnTo>
                  <a:cubicBezTo>
                    <a:pt x="2186957" y="2295275"/>
                    <a:pt x="2165668" y="2316564"/>
                    <a:pt x="2139406" y="2316564"/>
                  </a:cubicBezTo>
                  <a:lnTo>
                    <a:pt x="47550" y="2316564"/>
                  </a:lnTo>
                  <a:cubicBezTo>
                    <a:pt x="21289" y="2316564"/>
                    <a:pt x="0" y="2295275"/>
                    <a:pt x="0" y="2269014"/>
                  </a:cubicBezTo>
                  <a:lnTo>
                    <a:pt x="0" y="47550"/>
                  </a:lnTo>
                  <a:cubicBezTo>
                    <a:pt x="0" y="21289"/>
                    <a:pt x="21289" y="0"/>
                    <a:pt x="4755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" name="Google Shape;166;g3cbe6b88681_0_438"/>
            <p:cNvSpPr txBox="1"/>
            <p:nvPr/>
          </p:nvSpPr>
          <p:spPr>
            <a:xfrm>
              <a:off x="0" y="-47625"/>
              <a:ext cx="2187000" cy="236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5400" lIns="25400" spcFirstLastPara="1" rIns="25400" wrap="square" tIns="25400">
              <a:noAutofit/>
            </a:bodyPr>
            <a:lstStyle/>
            <a:p>
              <a:pPr indent="0" lvl="0" marL="0" marR="0" rtl="0" algn="ctr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7" name="Google Shape;167;g3cbe6b88681_0_438"/>
          <p:cNvSpPr/>
          <p:nvPr/>
        </p:nvSpPr>
        <p:spPr>
          <a:xfrm>
            <a:off x="7167215" y="3267714"/>
            <a:ext cx="5650630" cy="3157289"/>
          </a:xfrm>
          <a:custGeom>
            <a:rect b="b" l="l" r="r" t="t"/>
            <a:pathLst>
              <a:path extrusionOk="0" h="6314578" w="11301259">
                <a:moveTo>
                  <a:pt x="0" y="0"/>
                </a:moveTo>
                <a:lnTo>
                  <a:pt x="11301258" y="0"/>
                </a:lnTo>
                <a:lnTo>
                  <a:pt x="11301258" y="6314578"/>
                </a:lnTo>
                <a:lnTo>
                  <a:pt x="0" y="63145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cxnSp>
        <p:nvCxnSpPr>
          <p:cNvPr id="168" name="Google Shape;168;g3cbe6b88681_0_438"/>
          <p:cNvCxnSpPr/>
          <p:nvPr/>
        </p:nvCxnSpPr>
        <p:spPr>
          <a:xfrm>
            <a:off x="320949" y="3021222"/>
            <a:ext cx="4085100" cy="0"/>
          </a:xfrm>
          <a:prstGeom prst="straightConnector1">
            <a:avLst/>
          </a:prstGeom>
          <a:noFill/>
          <a:ln cap="flat" cmpd="sng" w="19050">
            <a:solidFill>
              <a:srgbClr val="F1701D"/>
            </a:solidFill>
            <a:prstDash val="lgDash"/>
            <a:round/>
            <a:headEnd len="sm" w="sm" type="none"/>
            <a:tailEnd len="sm" w="sm" type="none"/>
          </a:ln>
        </p:spPr>
      </p:cxnSp>
      <p:grpSp>
        <p:nvGrpSpPr>
          <p:cNvPr id="169" name="Google Shape;169;g3cbe6b88681_0_438"/>
          <p:cNvGrpSpPr/>
          <p:nvPr/>
        </p:nvGrpSpPr>
        <p:grpSpPr>
          <a:xfrm>
            <a:off x="287050" y="87951"/>
            <a:ext cx="8522958" cy="701961"/>
            <a:chOff x="0" y="-47625"/>
            <a:chExt cx="2187000" cy="2364300"/>
          </a:xfrm>
        </p:grpSpPr>
        <p:sp>
          <p:nvSpPr>
            <p:cNvPr id="170" name="Google Shape;170;g3cbe6b88681_0_438"/>
            <p:cNvSpPr/>
            <p:nvPr/>
          </p:nvSpPr>
          <p:spPr>
            <a:xfrm>
              <a:off x="0" y="0"/>
              <a:ext cx="2186957" cy="2316564"/>
            </a:xfrm>
            <a:custGeom>
              <a:rect b="b" l="l" r="r" t="t"/>
              <a:pathLst>
                <a:path extrusionOk="0" h="2316564" w="2186957">
                  <a:moveTo>
                    <a:pt x="47550" y="0"/>
                  </a:moveTo>
                  <a:lnTo>
                    <a:pt x="2139406" y="0"/>
                  </a:lnTo>
                  <a:cubicBezTo>
                    <a:pt x="2165668" y="0"/>
                    <a:pt x="2186957" y="21289"/>
                    <a:pt x="2186957" y="47550"/>
                  </a:cubicBezTo>
                  <a:lnTo>
                    <a:pt x="2186957" y="2269014"/>
                  </a:lnTo>
                  <a:cubicBezTo>
                    <a:pt x="2186957" y="2295275"/>
                    <a:pt x="2165668" y="2316564"/>
                    <a:pt x="2139406" y="2316564"/>
                  </a:cubicBezTo>
                  <a:lnTo>
                    <a:pt x="47550" y="2316564"/>
                  </a:lnTo>
                  <a:cubicBezTo>
                    <a:pt x="21289" y="2316564"/>
                    <a:pt x="0" y="2295275"/>
                    <a:pt x="0" y="2269014"/>
                  </a:cubicBezTo>
                  <a:lnTo>
                    <a:pt x="0" y="47550"/>
                  </a:lnTo>
                  <a:cubicBezTo>
                    <a:pt x="0" y="21289"/>
                    <a:pt x="21289" y="0"/>
                    <a:pt x="4755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" name="Google Shape;171;g3cbe6b88681_0_438"/>
            <p:cNvSpPr txBox="1"/>
            <p:nvPr/>
          </p:nvSpPr>
          <p:spPr>
            <a:xfrm>
              <a:off x="0" y="-47625"/>
              <a:ext cx="2187000" cy="236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5400" lIns="25400" spcFirstLastPara="1" rIns="25400" wrap="square" tIns="25400">
              <a:noAutofit/>
            </a:bodyPr>
            <a:lstStyle/>
            <a:p>
              <a:pPr indent="0" lvl="0" marL="0" marR="0" rtl="0" algn="ctr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2" name="Google Shape;172;g3cbe6b88681_0_438"/>
          <p:cNvSpPr txBox="1"/>
          <p:nvPr/>
        </p:nvSpPr>
        <p:spPr>
          <a:xfrm>
            <a:off x="287025" y="154225"/>
            <a:ext cx="85230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2500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rPr>
              <a:t>Ключевая аудитория и сценарии применения</a:t>
            </a:r>
            <a:endParaRPr sz="1300"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173" name="Google Shape;173;g3cbe6b88681_0_438"/>
          <p:cNvSpPr txBox="1"/>
          <p:nvPr>
            <p:ph idx="4294967295" type="body"/>
          </p:nvPr>
        </p:nvSpPr>
        <p:spPr>
          <a:xfrm>
            <a:off x="319450" y="1170825"/>
            <a:ext cx="4088100" cy="185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300"/>
              <a:buNone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Студенты быстро создают презентации для докладов и учебных проектов.</a:t>
            </a: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74" name="Google Shape;174;g3cbe6b88681_0_438"/>
          <p:cNvSpPr txBox="1"/>
          <p:nvPr>
            <p:ph idx="4294967295" type="body"/>
          </p:nvPr>
        </p:nvSpPr>
        <p:spPr>
          <a:xfrm>
            <a:off x="319450" y="3113491"/>
            <a:ext cx="4088100" cy="1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300"/>
              <a:buNone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Преподаватели используют сервис для подготовки лекций, семинаров и учебных материалов.</a:t>
            </a: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cxnSp>
        <p:nvCxnSpPr>
          <p:cNvPr id="175" name="Google Shape;175;g3cbe6b88681_0_438"/>
          <p:cNvCxnSpPr/>
          <p:nvPr/>
        </p:nvCxnSpPr>
        <p:spPr>
          <a:xfrm>
            <a:off x="4856174" y="3021222"/>
            <a:ext cx="4085100" cy="0"/>
          </a:xfrm>
          <a:prstGeom prst="straightConnector1">
            <a:avLst/>
          </a:prstGeom>
          <a:noFill/>
          <a:ln cap="flat" cmpd="sng" w="19050">
            <a:solidFill>
              <a:srgbClr val="F1701D"/>
            </a:solidFill>
            <a:prstDash val="lgDash"/>
            <a:round/>
            <a:headEnd len="sm" w="sm" type="none"/>
            <a:tailEnd len="sm" w="sm" type="none"/>
          </a:ln>
        </p:spPr>
      </p:cxnSp>
      <p:sp>
        <p:nvSpPr>
          <p:cNvPr id="176" name="Google Shape;176;g3cbe6b88681_0_438"/>
          <p:cNvSpPr txBox="1"/>
          <p:nvPr>
            <p:ph idx="4294967295" type="body"/>
          </p:nvPr>
        </p:nvSpPr>
        <p:spPr>
          <a:xfrm>
            <a:off x="4800246" y="1182738"/>
            <a:ext cx="4088100" cy="185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300"/>
              <a:buNone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Проектные команды генерируют отчёты и презентации для заказчиков в минимальное время.</a:t>
            </a: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77" name="Google Shape;177;g3cbe6b88681_0_438"/>
          <p:cNvSpPr txBox="1"/>
          <p:nvPr>
            <p:ph idx="4294967295" type="body"/>
          </p:nvPr>
        </p:nvSpPr>
        <p:spPr>
          <a:xfrm>
            <a:off x="4809318" y="3080047"/>
            <a:ext cx="4088100" cy="1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300"/>
              <a:buNone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Дети и школьники получают яркие и понятные слайды для учебных заданий и конкурсов.</a:t>
            </a: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701D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0" name="Google Shape;130;g3cbe6b88681_0_285"/>
          <p:cNvGrpSpPr/>
          <p:nvPr/>
        </p:nvGrpSpPr>
        <p:grpSpPr>
          <a:xfrm>
            <a:off x="9120188" y="3966906"/>
            <a:ext cx="23921" cy="586699"/>
            <a:chOff x="0" y="-38100"/>
            <a:chExt cx="12600" cy="309033"/>
          </a:xfrm>
        </p:grpSpPr>
        <p:sp>
          <p:nvSpPr>
            <p:cNvPr id="131" name="Google Shape;131;g3cbe6b88681_0_285"/>
            <p:cNvSpPr/>
            <p:nvPr/>
          </p:nvSpPr>
          <p:spPr>
            <a:xfrm>
              <a:off x="0" y="0"/>
              <a:ext cx="12543" cy="270933"/>
            </a:xfrm>
            <a:custGeom>
              <a:rect b="b" l="l" r="r" t="t"/>
              <a:pathLst>
                <a:path extrusionOk="0" h="270933" w="12543">
                  <a:moveTo>
                    <a:pt x="0" y="0"/>
                  </a:moveTo>
                  <a:lnTo>
                    <a:pt x="12543" y="0"/>
                  </a:lnTo>
                  <a:lnTo>
                    <a:pt x="1254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F1701D"/>
            </a:solidFill>
            <a:ln>
              <a:noFill/>
            </a:ln>
          </p:spPr>
        </p:sp>
        <p:sp>
          <p:nvSpPr>
            <p:cNvPr id="132" name="Google Shape;132;g3cbe6b88681_0_285"/>
            <p:cNvSpPr txBox="1"/>
            <p:nvPr/>
          </p:nvSpPr>
          <p:spPr>
            <a:xfrm>
              <a:off x="0" y="-38100"/>
              <a:ext cx="12600" cy="309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5400" lIns="25400" spcFirstLastPara="1" rIns="25400" wrap="square" tIns="254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3" name="Google Shape;133;g3cbe6b88681_0_285"/>
          <p:cNvGrpSpPr/>
          <p:nvPr/>
        </p:nvGrpSpPr>
        <p:grpSpPr>
          <a:xfrm>
            <a:off x="4776750" y="1087576"/>
            <a:ext cx="4056905" cy="3824965"/>
            <a:chOff x="0" y="-47625"/>
            <a:chExt cx="2136900" cy="2364300"/>
          </a:xfrm>
        </p:grpSpPr>
        <p:sp>
          <p:nvSpPr>
            <p:cNvPr id="134" name="Google Shape;134;g3cbe6b88681_0_285"/>
            <p:cNvSpPr/>
            <p:nvPr/>
          </p:nvSpPr>
          <p:spPr>
            <a:xfrm>
              <a:off x="0" y="0"/>
              <a:ext cx="2136784" cy="2316564"/>
            </a:xfrm>
            <a:custGeom>
              <a:rect b="b" l="l" r="r" t="t"/>
              <a:pathLst>
                <a:path extrusionOk="0" h="2316564" w="2136784">
                  <a:moveTo>
                    <a:pt x="48667" y="0"/>
                  </a:moveTo>
                  <a:lnTo>
                    <a:pt x="2088117" y="0"/>
                  </a:lnTo>
                  <a:cubicBezTo>
                    <a:pt x="2101024" y="0"/>
                    <a:pt x="2113403" y="5127"/>
                    <a:pt x="2122530" y="14254"/>
                  </a:cubicBezTo>
                  <a:cubicBezTo>
                    <a:pt x="2131656" y="23381"/>
                    <a:pt x="2136784" y="35759"/>
                    <a:pt x="2136784" y="48667"/>
                  </a:cubicBezTo>
                  <a:lnTo>
                    <a:pt x="2136784" y="2267898"/>
                  </a:lnTo>
                  <a:cubicBezTo>
                    <a:pt x="2136784" y="2280805"/>
                    <a:pt x="2131656" y="2293183"/>
                    <a:pt x="2122530" y="2302310"/>
                  </a:cubicBezTo>
                  <a:cubicBezTo>
                    <a:pt x="2113403" y="2311437"/>
                    <a:pt x="2101024" y="2316564"/>
                    <a:pt x="2088117" y="2316564"/>
                  </a:cubicBezTo>
                  <a:lnTo>
                    <a:pt x="48667" y="2316564"/>
                  </a:lnTo>
                  <a:cubicBezTo>
                    <a:pt x="35759" y="2316564"/>
                    <a:pt x="23381" y="2311437"/>
                    <a:pt x="14254" y="2302310"/>
                  </a:cubicBezTo>
                  <a:cubicBezTo>
                    <a:pt x="5127" y="2293183"/>
                    <a:pt x="0" y="2280805"/>
                    <a:pt x="0" y="2267898"/>
                  </a:cubicBezTo>
                  <a:lnTo>
                    <a:pt x="0" y="48667"/>
                  </a:lnTo>
                  <a:cubicBezTo>
                    <a:pt x="0" y="35759"/>
                    <a:pt x="5127" y="23381"/>
                    <a:pt x="14254" y="14254"/>
                  </a:cubicBezTo>
                  <a:cubicBezTo>
                    <a:pt x="23381" y="5127"/>
                    <a:pt x="35759" y="0"/>
                    <a:pt x="4866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" name="Google Shape;135;g3cbe6b88681_0_285"/>
            <p:cNvSpPr txBox="1"/>
            <p:nvPr/>
          </p:nvSpPr>
          <p:spPr>
            <a:xfrm>
              <a:off x="0" y="-47625"/>
              <a:ext cx="2136900" cy="236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5400" lIns="25400" spcFirstLastPara="1" rIns="25400" wrap="square" tIns="25400">
              <a:noAutofit/>
            </a:bodyPr>
            <a:lstStyle/>
            <a:p>
              <a:pPr indent="0" lvl="0" marL="0" marR="0" rtl="0" algn="ctr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6" name="Google Shape;136;g3cbe6b88681_0_285"/>
          <p:cNvGrpSpPr/>
          <p:nvPr/>
        </p:nvGrpSpPr>
        <p:grpSpPr>
          <a:xfrm>
            <a:off x="287475" y="1087478"/>
            <a:ext cx="4152020" cy="3824965"/>
            <a:chOff x="0" y="-47625"/>
            <a:chExt cx="2187000" cy="2364300"/>
          </a:xfrm>
        </p:grpSpPr>
        <p:sp>
          <p:nvSpPr>
            <p:cNvPr id="137" name="Google Shape;137;g3cbe6b88681_0_285"/>
            <p:cNvSpPr/>
            <p:nvPr/>
          </p:nvSpPr>
          <p:spPr>
            <a:xfrm>
              <a:off x="0" y="0"/>
              <a:ext cx="2186957" cy="2316564"/>
            </a:xfrm>
            <a:custGeom>
              <a:rect b="b" l="l" r="r" t="t"/>
              <a:pathLst>
                <a:path extrusionOk="0" h="2316564" w="2186957">
                  <a:moveTo>
                    <a:pt x="47550" y="0"/>
                  </a:moveTo>
                  <a:lnTo>
                    <a:pt x="2139406" y="0"/>
                  </a:lnTo>
                  <a:cubicBezTo>
                    <a:pt x="2165668" y="0"/>
                    <a:pt x="2186957" y="21289"/>
                    <a:pt x="2186957" y="47550"/>
                  </a:cubicBezTo>
                  <a:lnTo>
                    <a:pt x="2186957" y="2269014"/>
                  </a:lnTo>
                  <a:cubicBezTo>
                    <a:pt x="2186957" y="2295275"/>
                    <a:pt x="2165668" y="2316564"/>
                    <a:pt x="2139406" y="2316564"/>
                  </a:cubicBezTo>
                  <a:lnTo>
                    <a:pt x="47550" y="2316564"/>
                  </a:lnTo>
                  <a:cubicBezTo>
                    <a:pt x="21289" y="2316564"/>
                    <a:pt x="0" y="2295275"/>
                    <a:pt x="0" y="2269014"/>
                  </a:cubicBezTo>
                  <a:lnTo>
                    <a:pt x="0" y="47550"/>
                  </a:lnTo>
                  <a:cubicBezTo>
                    <a:pt x="0" y="21289"/>
                    <a:pt x="21289" y="0"/>
                    <a:pt x="4755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g3cbe6b88681_0_285"/>
            <p:cNvSpPr txBox="1"/>
            <p:nvPr/>
          </p:nvSpPr>
          <p:spPr>
            <a:xfrm>
              <a:off x="0" y="-47625"/>
              <a:ext cx="2187000" cy="236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5400" lIns="25400" spcFirstLastPara="1" rIns="25400" wrap="square" tIns="25400">
              <a:noAutofit/>
            </a:bodyPr>
            <a:lstStyle/>
            <a:p>
              <a:pPr indent="0" lvl="0" marL="0" marR="0" rtl="0" algn="ctr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9" name="Google Shape;139;g3cbe6b88681_0_285"/>
          <p:cNvSpPr/>
          <p:nvPr/>
        </p:nvSpPr>
        <p:spPr>
          <a:xfrm>
            <a:off x="7167215" y="3267714"/>
            <a:ext cx="5650630" cy="3157289"/>
          </a:xfrm>
          <a:custGeom>
            <a:rect b="b" l="l" r="r" t="t"/>
            <a:pathLst>
              <a:path extrusionOk="0" h="6314578" w="11301259">
                <a:moveTo>
                  <a:pt x="0" y="0"/>
                </a:moveTo>
                <a:lnTo>
                  <a:pt x="11301258" y="0"/>
                </a:lnTo>
                <a:lnTo>
                  <a:pt x="11301258" y="6314578"/>
                </a:lnTo>
                <a:lnTo>
                  <a:pt x="0" y="63145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cxnSp>
        <p:nvCxnSpPr>
          <p:cNvPr id="140" name="Google Shape;140;g3cbe6b88681_0_285"/>
          <p:cNvCxnSpPr/>
          <p:nvPr/>
        </p:nvCxnSpPr>
        <p:spPr>
          <a:xfrm>
            <a:off x="319449" y="2404347"/>
            <a:ext cx="4085100" cy="0"/>
          </a:xfrm>
          <a:prstGeom prst="straightConnector1">
            <a:avLst/>
          </a:prstGeom>
          <a:noFill/>
          <a:ln cap="flat" cmpd="sng" w="19050">
            <a:solidFill>
              <a:srgbClr val="F1701D"/>
            </a:solidFill>
            <a:prstDash val="lgDash"/>
            <a:round/>
            <a:headEnd len="sm" w="sm" type="none"/>
            <a:tailEnd len="sm" w="sm" type="none"/>
          </a:ln>
        </p:spPr>
      </p:cxnSp>
      <p:grpSp>
        <p:nvGrpSpPr>
          <p:cNvPr id="141" name="Google Shape;141;g3cbe6b88681_0_285"/>
          <p:cNvGrpSpPr/>
          <p:nvPr/>
        </p:nvGrpSpPr>
        <p:grpSpPr>
          <a:xfrm>
            <a:off x="287050" y="87951"/>
            <a:ext cx="8522958" cy="701961"/>
            <a:chOff x="0" y="-47625"/>
            <a:chExt cx="2187000" cy="2364300"/>
          </a:xfrm>
        </p:grpSpPr>
        <p:sp>
          <p:nvSpPr>
            <p:cNvPr id="142" name="Google Shape;142;g3cbe6b88681_0_285"/>
            <p:cNvSpPr/>
            <p:nvPr/>
          </p:nvSpPr>
          <p:spPr>
            <a:xfrm>
              <a:off x="0" y="0"/>
              <a:ext cx="2186957" cy="2316564"/>
            </a:xfrm>
            <a:custGeom>
              <a:rect b="b" l="l" r="r" t="t"/>
              <a:pathLst>
                <a:path extrusionOk="0" h="2316564" w="2186957">
                  <a:moveTo>
                    <a:pt x="47550" y="0"/>
                  </a:moveTo>
                  <a:lnTo>
                    <a:pt x="2139406" y="0"/>
                  </a:lnTo>
                  <a:cubicBezTo>
                    <a:pt x="2165668" y="0"/>
                    <a:pt x="2186957" y="21289"/>
                    <a:pt x="2186957" y="47550"/>
                  </a:cubicBezTo>
                  <a:lnTo>
                    <a:pt x="2186957" y="2269014"/>
                  </a:lnTo>
                  <a:cubicBezTo>
                    <a:pt x="2186957" y="2295275"/>
                    <a:pt x="2165668" y="2316564"/>
                    <a:pt x="2139406" y="2316564"/>
                  </a:cubicBezTo>
                  <a:lnTo>
                    <a:pt x="47550" y="2316564"/>
                  </a:lnTo>
                  <a:cubicBezTo>
                    <a:pt x="21289" y="2316564"/>
                    <a:pt x="0" y="2295275"/>
                    <a:pt x="0" y="2269014"/>
                  </a:cubicBezTo>
                  <a:lnTo>
                    <a:pt x="0" y="47550"/>
                  </a:lnTo>
                  <a:cubicBezTo>
                    <a:pt x="0" y="21289"/>
                    <a:pt x="21289" y="0"/>
                    <a:pt x="4755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" name="Google Shape;143;g3cbe6b88681_0_285"/>
            <p:cNvSpPr txBox="1"/>
            <p:nvPr/>
          </p:nvSpPr>
          <p:spPr>
            <a:xfrm>
              <a:off x="0" y="-47625"/>
              <a:ext cx="2187000" cy="236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5400" lIns="25400" spcFirstLastPara="1" rIns="25400" wrap="square" tIns="25400">
              <a:noAutofit/>
            </a:bodyPr>
            <a:lstStyle/>
            <a:p>
              <a:pPr indent="0" lvl="0" marL="0" marR="0" rtl="0" algn="ctr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4" name="Google Shape;144;g3cbe6b88681_0_285"/>
          <p:cNvSpPr txBox="1"/>
          <p:nvPr/>
        </p:nvSpPr>
        <p:spPr>
          <a:xfrm>
            <a:off x="287025" y="154225"/>
            <a:ext cx="85230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2500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rPr>
              <a:t>Возможности сервиса PrezAI</a:t>
            </a:r>
            <a:endParaRPr sz="1300"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145" name="Google Shape;145;g3cbe6b88681_0_285"/>
          <p:cNvSpPr txBox="1"/>
          <p:nvPr>
            <p:ph idx="4294967295" type="body"/>
          </p:nvPr>
        </p:nvSpPr>
        <p:spPr>
          <a:xfrm>
            <a:off x="317950" y="1170850"/>
            <a:ext cx="4088100" cy="117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300"/>
              <a:buNone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Выбор светлой или тёмной темы и стилей: деловой, минималистичный, лёгкий, живой, Axenix, ВШБ.</a:t>
            </a: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46" name="Google Shape;146;g3cbe6b88681_0_285"/>
          <p:cNvSpPr txBox="1"/>
          <p:nvPr>
            <p:ph idx="4294967295" type="body"/>
          </p:nvPr>
        </p:nvSpPr>
        <p:spPr>
          <a:xfrm>
            <a:off x="319450" y="2473687"/>
            <a:ext cx="4088100" cy="102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300"/>
              <a:buNone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Генерация готовой презентации в формате PPTX за считанные секунды.</a:t>
            </a: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47" name="Google Shape;147;g3cbe6b88681_0_285"/>
          <p:cNvSpPr txBox="1"/>
          <p:nvPr>
            <p:ph idx="4294967295" type="body"/>
          </p:nvPr>
        </p:nvSpPr>
        <p:spPr>
          <a:xfrm>
            <a:off x="319438" y="3555300"/>
            <a:ext cx="4088100" cy="12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300"/>
              <a:buNone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Настройка параметров через простой ввод: тема + выбранный стиль.</a:t>
            </a: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48" name="Google Shape;148;g3cbe6b88681_0_285"/>
          <p:cNvSpPr txBox="1"/>
          <p:nvPr>
            <p:ph idx="4294967295" type="body"/>
          </p:nvPr>
        </p:nvSpPr>
        <p:spPr>
          <a:xfrm>
            <a:off x="4761150" y="1197686"/>
            <a:ext cx="4088100" cy="11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300"/>
              <a:buNone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Автоматический контроль качества: отсутствие орфографических и фактических ошибок, исключение «галлюцинаций».</a:t>
            </a: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49" name="Google Shape;149;g3cbe6b88681_0_285"/>
          <p:cNvSpPr txBox="1"/>
          <p:nvPr>
            <p:ph idx="4294967295" type="body"/>
          </p:nvPr>
        </p:nvSpPr>
        <p:spPr>
          <a:xfrm>
            <a:off x="4761150" y="2376499"/>
            <a:ext cx="4088100" cy="11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Поддержка многократного добавления пользовательских шаблонов без перезапуска сервиса.</a:t>
            </a: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50" name="Google Shape;150;g3cbe6b88681_0_285"/>
          <p:cNvSpPr txBox="1"/>
          <p:nvPr>
            <p:ph idx="4294967295" type="body"/>
          </p:nvPr>
        </p:nvSpPr>
        <p:spPr>
          <a:xfrm>
            <a:off x="4761150" y="3555313"/>
            <a:ext cx="4088100" cy="12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Интеграция с Miro для визуального планирования и последующего экспорта.</a:t>
            </a: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cxnSp>
        <p:nvCxnSpPr>
          <p:cNvPr id="151" name="Google Shape;151;g3cbe6b88681_0_285"/>
          <p:cNvCxnSpPr/>
          <p:nvPr/>
        </p:nvCxnSpPr>
        <p:spPr>
          <a:xfrm>
            <a:off x="287024" y="3501497"/>
            <a:ext cx="4085100" cy="0"/>
          </a:xfrm>
          <a:prstGeom prst="straightConnector1">
            <a:avLst/>
          </a:prstGeom>
          <a:noFill/>
          <a:ln cap="flat" cmpd="sng" w="19050">
            <a:solidFill>
              <a:srgbClr val="F1701D"/>
            </a:solidFill>
            <a:prstDash val="lgDash"/>
            <a:round/>
            <a:headEnd len="sm" w="sm" type="none"/>
            <a:tailEnd len="sm" w="sm" type="none"/>
          </a:ln>
        </p:spPr>
      </p:cxnSp>
      <p:cxnSp>
        <p:nvCxnSpPr>
          <p:cNvPr id="152" name="Google Shape;152;g3cbe6b88681_0_285"/>
          <p:cNvCxnSpPr/>
          <p:nvPr/>
        </p:nvCxnSpPr>
        <p:spPr>
          <a:xfrm>
            <a:off x="4821524" y="3501497"/>
            <a:ext cx="4085100" cy="0"/>
          </a:xfrm>
          <a:prstGeom prst="straightConnector1">
            <a:avLst/>
          </a:prstGeom>
          <a:noFill/>
          <a:ln cap="flat" cmpd="sng" w="19050">
            <a:solidFill>
              <a:srgbClr val="F1701D"/>
            </a:solidFill>
            <a:prstDash val="lgDash"/>
            <a:round/>
            <a:headEnd len="sm" w="sm" type="none"/>
            <a:tailEnd len="sm" w="sm" type="none"/>
          </a:ln>
        </p:spPr>
      </p:cxnSp>
      <p:cxnSp>
        <p:nvCxnSpPr>
          <p:cNvPr id="153" name="Google Shape;153;g3cbe6b88681_0_285"/>
          <p:cNvCxnSpPr/>
          <p:nvPr/>
        </p:nvCxnSpPr>
        <p:spPr>
          <a:xfrm>
            <a:off x="4865249" y="2404347"/>
            <a:ext cx="4085100" cy="0"/>
          </a:xfrm>
          <a:prstGeom prst="straightConnector1">
            <a:avLst/>
          </a:prstGeom>
          <a:noFill/>
          <a:ln cap="flat" cmpd="sng" w="19050">
            <a:solidFill>
              <a:srgbClr val="F1701D"/>
            </a:solidFill>
            <a:prstDash val="lgDash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701D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1" name="Google Shape;201;g3cbe6b88681_0_473"/>
          <p:cNvGrpSpPr/>
          <p:nvPr/>
        </p:nvGrpSpPr>
        <p:grpSpPr>
          <a:xfrm>
            <a:off x="9120188" y="3966906"/>
            <a:ext cx="23921" cy="586699"/>
            <a:chOff x="0" y="-38100"/>
            <a:chExt cx="12600" cy="309033"/>
          </a:xfrm>
        </p:grpSpPr>
        <p:sp>
          <p:nvSpPr>
            <p:cNvPr id="202" name="Google Shape;202;g3cbe6b88681_0_473"/>
            <p:cNvSpPr/>
            <p:nvPr/>
          </p:nvSpPr>
          <p:spPr>
            <a:xfrm>
              <a:off x="0" y="0"/>
              <a:ext cx="12543" cy="270933"/>
            </a:xfrm>
            <a:custGeom>
              <a:rect b="b" l="l" r="r" t="t"/>
              <a:pathLst>
                <a:path extrusionOk="0" h="270933" w="12543">
                  <a:moveTo>
                    <a:pt x="0" y="0"/>
                  </a:moveTo>
                  <a:lnTo>
                    <a:pt x="12543" y="0"/>
                  </a:lnTo>
                  <a:lnTo>
                    <a:pt x="1254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F1701D"/>
            </a:solidFill>
            <a:ln>
              <a:noFill/>
            </a:ln>
          </p:spPr>
        </p:sp>
        <p:sp>
          <p:nvSpPr>
            <p:cNvPr id="203" name="Google Shape;203;g3cbe6b88681_0_473"/>
            <p:cNvSpPr txBox="1"/>
            <p:nvPr/>
          </p:nvSpPr>
          <p:spPr>
            <a:xfrm>
              <a:off x="0" y="-38100"/>
              <a:ext cx="12600" cy="309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5400" lIns="25400" spcFirstLastPara="1" rIns="25400" wrap="square" tIns="254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4" name="Google Shape;204;g3cbe6b88681_0_473"/>
          <p:cNvGrpSpPr/>
          <p:nvPr/>
        </p:nvGrpSpPr>
        <p:grpSpPr>
          <a:xfrm>
            <a:off x="4597500" y="1108750"/>
            <a:ext cx="4331354" cy="3824965"/>
            <a:chOff x="0" y="-47625"/>
            <a:chExt cx="2187000" cy="2364300"/>
          </a:xfrm>
        </p:grpSpPr>
        <p:sp>
          <p:nvSpPr>
            <p:cNvPr id="205" name="Google Shape;205;g3cbe6b88681_0_473"/>
            <p:cNvSpPr/>
            <p:nvPr/>
          </p:nvSpPr>
          <p:spPr>
            <a:xfrm>
              <a:off x="0" y="0"/>
              <a:ext cx="2186957" cy="2316564"/>
            </a:xfrm>
            <a:custGeom>
              <a:rect b="b" l="l" r="r" t="t"/>
              <a:pathLst>
                <a:path extrusionOk="0" h="2316564" w="2186957">
                  <a:moveTo>
                    <a:pt x="47550" y="0"/>
                  </a:moveTo>
                  <a:lnTo>
                    <a:pt x="2139406" y="0"/>
                  </a:lnTo>
                  <a:cubicBezTo>
                    <a:pt x="2165668" y="0"/>
                    <a:pt x="2186957" y="21289"/>
                    <a:pt x="2186957" y="47550"/>
                  </a:cubicBezTo>
                  <a:lnTo>
                    <a:pt x="2186957" y="2269014"/>
                  </a:lnTo>
                  <a:cubicBezTo>
                    <a:pt x="2186957" y="2295275"/>
                    <a:pt x="2165668" y="2316564"/>
                    <a:pt x="2139406" y="2316564"/>
                  </a:cubicBezTo>
                  <a:lnTo>
                    <a:pt x="47550" y="2316564"/>
                  </a:lnTo>
                  <a:cubicBezTo>
                    <a:pt x="21289" y="2316564"/>
                    <a:pt x="0" y="2295275"/>
                    <a:pt x="0" y="2269014"/>
                  </a:cubicBezTo>
                  <a:lnTo>
                    <a:pt x="0" y="47550"/>
                  </a:lnTo>
                  <a:cubicBezTo>
                    <a:pt x="0" y="21289"/>
                    <a:pt x="21289" y="0"/>
                    <a:pt x="4755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" name="Google Shape;206;g3cbe6b88681_0_473"/>
            <p:cNvSpPr txBox="1"/>
            <p:nvPr/>
          </p:nvSpPr>
          <p:spPr>
            <a:xfrm>
              <a:off x="0" y="-47625"/>
              <a:ext cx="2187000" cy="236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5400" lIns="25400" spcFirstLastPara="1" rIns="25400" wrap="square" tIns="25400">
              <a:noAutofit/>
            </a:bodyPr>
            <a:lstStyle/>
            <a:p>
              <a:pPr indent="0" lvl="0" marL="0" marR="0" rtl="0" algn="ctr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7" name="Google Shape;207;g3cbe6b88681_0_473"/>
          <p:cNvGrpSpPr/>
          <p:nvPr/>
        </p:nvGrpSpPr>
        <p:grpSpPr>
          <a:xfrm>
            <a:off x="4611425" y="241900"/>
            <a:ext cx="4331354" cy="701961"/>
            <a:chOff x="0" y="-47625"/>
            <a:chExt cx="2187000" cy="2364300"/>
          </a:xfrm>
        </p:grpSpPr>
        <p:sp>
          <p:nvSpPr>
            <p:cNvPr id="208" name="Google Shape;208;g3cbe6b88681_0_473"/>
            <p:cNvSpPr/>
            <p:nvPr/>
          </p:nvSpPr>
          <p:spPr>
            <a:xfrm>
              <a:off x="0" y="0"/>
              <a:ext cx="2186957" cy="2316564"/>
            </a:xfrm>
            <a:custGeom>
              <a:rect b="b" l="l" r="r" t="t"/>
              <a:pathLst>
                <a:path extrusionOk="0" h="2316564" w="2186957">
                  <a:moveTo>
                    <a:pt x="47550" y="0"/>
                  </a:moveTo>
                  <a:lnTo>
                    <a:pt x="2139406" y="0"/>
                  </a:lnTo>
                  <a:cubicBezTo>
                    <a:pt x="2165668" y="0"/>
                    <a:pt x="2186957" y="21289"/>
                    <a:pt x="2186957" y="47550"/>
                  </a:cubicBezTo>
                  <a:lnTo>
                    <a:pt x="2186957" y="2269014"/>
                  </a:lnTo>
                  <a:cubicBezTo>
                    <a:pt x="2186957" y="2295275"/>
                    <a:pt x="2165668" y="2316564"/>
                    <a:pt x="2139406" y="2316564"/>
                  </a:cubicBezTo>
                  <a:lnTo>
                    <a:pt x="47550" y="2316564"/>
                  </a:lnTo>
                  <a:cubicBezTo>
                    <a:pt x="21289" y="2316564"/>
                    <a:pt x="0" y="2295275"/>
                    <a:pt x="0" y="2269014"/>
                  </a:cubicBezTo>
                  <a:lnTo>
                    <a:pt x="0" y="47550"/>
                  </a:lnTo>
                  <a:cubicBezTo>
                    <a:pt x="0" y="21289"/>
                    <a:pt x="21289" y="0"/>
                    <a:pt x="4755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" name="Google Shape;209;g3cbe6b88681_0_473"/>
            <p:cNvSpPr txBox="1"/>
            <p:nvPr/>
          </p:nvSpPr>
          <p:spPr>
            <a:xfrm>
              <a:off x="0" y="-47625"/>
              <a:ext cx="2187000" cy="236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5400" lIns="25400" spcFirstLastPara="1" rIns="25400" wrap="square" tIns="25400">
              <a:noAutofit/>
            </a:bodyPr>
            <a:lstStyle/>
            <a:p>
              <a:pPr indent="0" lvl="0" marL="0" marR="0" rtl="0" algn="ctr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0" name="Google Shape;210;g3cbe6b88681_0_473"/>
          <p:cNvSpPr txBox="1"/>
          <p:nvPr/>
        </p:nvSpPr>
        <p:spPr>
          <a:xfrm>
            <a:off x="4715325" y="308175"/>
            <a:ext cx="42273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2500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rPr>
              <a:t>Механика работы сервиса</a:t>
            </a:r>
            <a:endParaRPr sz="1300"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211" name="Google Shape;211;g3cbe6b88681_0_473"/>
          <p:cNvSpPr txBox="1"/>
          <p:nvPr>
            <p:ph idx="4294967295" type="body"/>
          </p:nvPr>
        </p:nvSpPr>
        <p:spPr>
          <a:xfrm>
            <a:off x="4719125" y="1261175"/>
            <a:ext cx="4088100" cy="362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algn="l">
              <a:buNone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Схема демонстрирует основные этапы работы сервиса.</a:t>
            </a:r>
          </a:p>
          <a:p>
            <a:pPr algn="l" marL="342900" indent="-342900">
              <a:buChar char="•"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Ввод темы и настроек пользователем</a:t>
            </a:r>
          </a:p>
          <a:p>
            <a:pPr algn="l" marL="342900" indent="-342900">
              <a:buChar char="•"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Автоматическая генерация слайдов</a:t>
            </a:r>
          </a:p>
          <a:p>
            <a:pPr algn="l" marL="342900" indent="-342900">
              <a:buChar char="•"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Контроль качества и экспорт в PPTX</a:t>
            </a:r>
          </a:p>
        </p:txBody>
      </p:sp>
      <p:sp>
        <p:nvSpPr>
          <p:cNvPr id="212" name="Google Shape;212;g3cbe6b88681_0_473"/>
          <p:cNvSpPr/>
          <p:nvPr/>
        </p:nvSpPr>
        <p:spPr>
          <a:xfrm rot="10800000">
            <a:off x="-4656122" y="1261175"/>
            <a:ext cx="7232806" cy="4199194"/>
          </a:xfrm>
          <a:custGeom>
            <a:rect b="b" l="l" r="r" t="t"/>
            <a:pathLst>
              <a:path extrusionOk="0" h="6314578" w="11301259">
                <a:moveTo>
                  <a:pt x="0" y="0"/>
                </a:moveTo>
                <a:lnTo>
                  <a:pt x="11301258" y="0"/>
                </a:lnTo>
                <a:lnTo>
                  <a:pt x="11301258" y="6314578"/>
                </a:lnTo>
                <a:lnTo>
                  <a:pt x="0" y="63145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13" name="Google Shape;213;g3cbe6b88681_0_473"/>
          <p:cNvSpPr/>
          <p:nvPr/>
        </p:nvSpPr>
        <p:spPr>
          <a:xfrm rot="-5386571">
            <a:off x="-1765472" y="-3144261"/>
            <a:ext cx="7232861" cy="4199194"/>
          </a:xfrm>
          <a:custGeom>
            <a:rect b="b" l="l" r="r" t="t"/>
            <a:pathLst>
              <a:path extrusionOk="0" h="6314578" w="11301259">
                <a:moveTo>
                  <a:pt x="0" y="0"/>
                </a:moveTo>
                <a:lnTo>
                  <a:pt x="11301258" y="0"/>
                </a:lnTo>
                <a:lnTo>
                  <a:pt x="11301258" y="6314578"/>
                </a:lnTo>
                <a:lnTo>
                  <a:pt x="0" y="63145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701D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0" name="Google Shape;130;g3cbe6b88681_0_285"/>
          <p:cNvGrpSpPr/>
          <p:nvPr/>
        </p:nvGrpSpPr>
        <p:grpSpPr>
          <a:xfrm>
            <a:off x="9120188" y="3966906"/>
            <a:ext cx="23921" cy="586699"/>
            <a:chOff x="0" y="-38100"/>
            <a:chExt cx="12600" cy="309033"/>
          </a:xfrm>
        </p:grpSpPr>
        <p:sp>
          <p:nvSpPr>
            <p:cNvPr id="131" name="Google Shape;131;g3cbe6b88681_0_285"/>
            <p:cNvSpPr/>
            <p:nvPr/>
          </p:nvSpPr>
          <p:spPr>
            <a:xfrm>
              <a:off x="0" y="0"/>
              <a:ext cx="12543" cy="270933"/>
            </a:xfrm>
            <a:custGeom>
              <a:rect b="b" l="l" r="r" t="t"/>
              <a:pathLst>
                <a:path extrusionOk="0" h="270933" w="12543">
                  <a:moveTo>
                    <a:pt x="0" y="0"/>
                  </a:moveTo>
                  <a:lnTo>
                    <a:pt x="12543" y="0"/>
                  </a:lnTo>
                  <a:lnTo>
                    <a:pt x="1254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F1701D"/>
            </a:solidFill>
            <a:ln>
              <a:noFill/>
            </a:ln>
          </p:spPr>
        </p:sp>
        <p:sp>
          <p:nvSpPr>
            <p:cNvPr id="132" name="Google Shape;132;g3cbe6b88681_0_285"/>
            <p:cNvSpPr txBox="1"/>
            <p:nvPr/>
          </p:nvSpPr>
          <p:spPr>
            <a:xfrm>
              <a:off x="0" y="-38100"/>
              <a:ext cx="12600" cy="309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5400" lIns="25400" spcFirstLastPara="1" rIns="25400" wrap="square" tIns="254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3" name="Google Shape;133;g3cbe6b88681_0_285"/>
          <p:cNvGrpSpPr/>
          <p:nvPr/>
        </p:nvGrpSpPr>
        <p:grpSpPr>
          <a:xfrm>
            <a:off x="4776750" y="1087576"/>
            <a:ext cx="4056905" cy="3824965"/>
            <a:chOff x="0" y="-47625"/>
            <a:chExt cx="2136900" cy="2364300"/>
          </a:xfrm>
        </p:grpSpPr>
        <p:sp>
          <p:nvSpPr>
            <p:cNvPr id="134" name="Google Shape;134;g3cbe6b88681_0_285"/>
            <p:cNvSpPr/>
            <p:nvPr/>
          </p:nvSpPr>
          <p:spPr>
            <a:xfrm>
              <a:off x="0" y="0"/>
              <a:ext cx="2136784" cy="2316564"/>
            </a:xfrm>
            <a:custGeom>
              <a:rect b="b" l="l" r="r" t="t"/>
              <a:pathLst>
                <a:path extrusionOk="0" h="2316564" w="2136784">
                  <a:moveTo>
                    <a:pt x="48667" y="0"/>
                  </a:moveTo>
                  <a:lnTo>
                    <a:pt x="2088117" y="0"/>
                  </a:lnTo>
                  <a:cubicBezTo>
                    <a:pt x="2101024" y="0"/>
                    <a:pt x="2113403" y="5127"/>
                    <a:pt x="2122530" y="14254"/>
                  </a:cubicBezTo>
                  <a:cubicBezTo>
                    <a:pt x="2131656" y="23381"/>
                    <a:pt x="2136784" y="35759"/>
                    <a:pt x="2136784" y="48667"/>
                  </a:cubicBezTo>
                  <a:lnTo>
                    <a:pt x="2136784" y="2267898"/>
                  </a:lnTo>
                  <a:cubicBezTo>
                    <a:pt x="2136784" y="2280805"/>
                    <a:pt x="2131656" y="2293183"/>
                    <a:pt x="2122530" y="2302310"/>
                  </a:cubicBezTo>
                  <a:cubicBezTo>
                    <a:pt x="2113403" y="2311437"/>
                    <a:pt x="2101024" y="2316564"/>
                    <a:pt x="2088117" y="2316564"/>
                  </a:cubicBezTo>
                  <a:lnTo>
                    <a:pt x="48667" y="2316564"/>
                  </a:lnTo>
                  <a:cubicBezTo>
                    <a:pt x="35759" y="2316564"/>
                    <a:pt x="23381" y="2311437"/>
                    <a:pt x="14254" y="2302310"/>
                  </a:cubicBezTo>
                  <a:cubicBezTo>
                    <a:pt x="5127" y="2293183"/>
                    <a:pt x="0" y="2280805"/>
                    <a:pt x="0" y="2267898"/>
                  </a:cubicBezTo>
                  <a:lnTo>
                    <a:pt x="0" y="48667"/>
                  </a:lnTo>
                  <a:cubicBezTo>
                    <a:pt x="0" y="35759"/>
                    <a:pt x="5127" y="23381"/>
                    <a:pt x="14254" y="14254"/>
                  </a:cubicBezTo>
                  <a:cubicBezTo>
                    <a:pt x="23381" y="5127"/>
                    <a:pt x="35759" y="0"/>
                    <a:pt x="4866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" name="Google Shape;135;g3cbe6b88681_0_285"/>
            <p:cNvSpPr txBox="1"/>
            <p:nvPr/>
          </p:nvSpPr>
          <p:spPr>
            <a:xfrm>
              <a:off x="0" y="-47625"/>
              <a:ext cx="2136900" cy="236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5400" lIns="25400" spcFirstLastPara="1" rIns="25400" wrap="square" tIns="25400">
              <a:noAutofit/>
            </a:bodyPr>
            <a:lstStyle/>
            <a:p>
              <a:pPr indent="0" lvl="0" marL="0" marR="0" rtl="0" algn="ctr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6" name="Google Shape;136;g3cbe6b88681_0_285"/>
          <p:cNvGrpSpPr/>
          <p:nvPr/>
        </p:nvGrpSpPr>
        <p:grpSpPr>
          <a:xfrm>
            <a:off x="287475" y="1087478"/>
            <a:ext cx="4152020" cy="3824965"/>
            <a:chOff x="0" y="-47625"/>
            <a:chExt cx="2187000" cy="2364300"/>
          </a:xfrm>
        </p:grpSpPr>
        <p:sp>
          <p:nvSpPr>
            <p:cNvPr id="137" name="Google Shape;137;g3cbe6b88681_0_285"/>
            <p:cNvSpPr/>
            <p:nvPr/>
          </p:nvSpPr>
          <p:spPr>
            <a:xfrm>
              <a:off x="0" y="0"/>
              <a:ext cx="2186957" cy="2316564"/>
            </a:xfrm>
            <a:custGeom>
              <a:rect b="b" l="l" r="r" t="t"/>
              <a:pathLst>
                <a:path extrusionOk="0" h="2316564" w="2186957">
                  <a:moveTo>
                    <a:pt x="47550" y="0"/>
                  </a:moveTo>
                  <a:lnTo>
                    <a:pt x="2139406" y="0"/>
                  </a:lnTo>
                  <a:cubicBezTo>
                    <a:pt x="2165668" y="0"/>
                    <a:pt x="2186957" y="21289"/>
                    <a:pt x="2186957" y="47550"/>
                  </a:cubicBezTo>
                  <a:lnTo>
                    <a:pt x="2186957" y="2269014"/>
                  </a:lnTo>
                  <a:cubicBezTo>
                    <a:pt x="2186957" y="2295275"/>
                    <a:pt x="2165668" y="2316564"/>
                    <a:pt x="2139406" y="2316564"/>
                  </a:cubicBezTo>
                  <a:lnTo>
                    <a:pt x="47550" y="2316564"/>
                  </a:lnTo>
                  <a:cubicBezTo>
                    <a:pt x="21289" y="2316564"/>
                    <a:pt x="0" y="2295275"/>
                    <a:pt x="0" y="2269014"/>
                  </a:cubicBezTo>
                  <a:lnTo>
                    <a:pt x="0" y="47550"/>
                  </a:lnTo>
                  <a:cubicBezTo>
                    <a:pt x="0" y="21289"/>
                    <a:pt x="21289" y="0"/>
                    <a:pt x="4755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g3cbe6b88681_0_285"/>
            <p:cNvSpPr txBox="1"/>
            <p:nvPr/>
          </p:nvSpPr>
          <p:spPr>
            <a:xfrm>
              <a:off x="0" y="-47625"/>
              <a:ext cx="2187000" cy="236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5400" lIns="25400" spcFirstLastPara="1" rIns="25400" wrap="square" tIns="25400">
              <a:noAutofit/>
            </a:bodyPr>
            <a:lstStyle/>
            <a:p>
              <a:pPr indent="0" lvl="0" marL="0" marR="0" rtl="0" algn="ctr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9" name="Google Shape;139;g3cbe6b88681_0_285"/>
          <p:cNvSpPr/>
          <p:nvPr/>
        </p:nvSpPr>
        <p:spPr>
          <a:xfrm>
            <a:off x="7167215" y="3267714"/>
            <a:ext cx="5650630" cy="3157289"/>
          </a:xfrm>
          <a:custGeom>
            <a:rect b="b" l="l" r="r" t="t"/>
            <a:pathLst>
              <a:path extrusionOk="0" h="6314578" w="11301259">
                <a:moveTo>
                  <a:pt x="0" y="0"/>
                </a:moveTo>
                <a:lnTo>
                  <a:pt x="11301258" y="0"/>
                </a:lnTo>
                <a:lnTo>
                  <a:pt x="11301258" y="6314578"/>
                </a:lnTo>
                <a:lnTo>
                  <a:pt x="0" y="63145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cxnSp>
        <p:nvCxnSpPr>
          <p:cNvPr id="140" name="Google Shape;140;g3cbe6b88681_0_285"/>
          <p:cNvCxnSpPr/>
          <p:nvPr/>
        </p:nvCxnSpPr>
        <p:spPr>
          <a:xfrm>
            <a:off x="319449" y="2404347"/>
            <a:ext cx="4085100" cy="0"/>
          </a:xfrm>
          <a:prstGeom prst="straightConnector1">
            <a:avLst/>
          </a:prstGeom>
          <a:noFill/>
          <a:ln cap="flat" cmpd="sng" w="19050">
            <a:solidFill>
              <a:srgbClr val="F1701D"/>
            </a:solidFill>
            <a:prstDash val="lgDash"/>
            <a:round/>
            <a:headEnd len="sm" w="sm" type="none"/>
            <a:tailEnd len="sm" w="sm" type="none"/>
          </a:ln>
        </p:spPr>
      </p:cxnSp>
      <p:grpSp>
        <p:nvGrpSpPr>
          <p:cNvPr id="141" name="Google Shape;141;g3cbe6b88681_0_285"/>
          <p:cNvGrpSpPr/>
          <p:nvPr/>
        </p:nvGrpSpPr>
        <p:grpSpPr>
          <a:xfrm>
            <a:off x="287050" y="87951"/>
            <a:ext cx="8522958" cy="701961"/>
            <a:chOff x="0" y="-47625"/>
            <a:chExt cx="2187000" cy="2364300"/>
          </a:xfrm>
        </p:grpSpPr>
        <p:sp>
          <p:nvSpPr>
            <p:cNvPr id="142" name="Google Shape;142;g3cbe6b88681_0_285"/>
            <p:cNvSpPr/>
            <p:nvPr/>
          </p:nvSpPr>
          <p:spPr>
            <a:xfrm>
              <a:off x="0" y="0"/>
              <a:ext cx="2186957" cy="2316564"/>
            </a:xfrm>
            <a:custGeom>
              <a:rect b="b" l="l" r="r" t="t"/>
              <a:pathLst>
                <a:path extrusionOk="0" h="2316564" w="2186957">
                  <a:moveTo>
                    <a:pt x="47550" y="0"/>
                  </a:moveTo>
                  <a:lnTo>
                    <a:pt x="2139406" y="0"/>
                  </a:lnTo>
                  <a:cubicBezTo>
                    <a:pt x="2165668" y="0"/>
                    <a:pt x="2186957" y="21289"/>
                    <a:pt x="2186957" y="47550"/>
                  </a:cubicBezTo>
                  <a:lnTo>
                    <a:pt x="2186957" y="2269014"/>
                  </a:lnTo>
                  <a:cubicBezTo>
                    <a:pt x="2186957" y="2295275"/>
                    <a:pt x="2165668" y="2316564"/>
                    <a:pt x="2139406" y="2316564"/>
                  </a:cubicBezTo>
                  <a:lnTo>
                    <a:pt x="47550" y="2316564"/>
                  </a:lnTo>
                  <a:cubicBezTo>
                    <a:pt x="21289" y="2316564"/>
                    <a:pt x="0" y="2295275"/>
                    <a:pt x="0" y="2269014"/>
                  </a:cubicBezTo>
                  <a:lnTo>
                    <a:pt x="0" y="47550"/>
                  </a:lnTo>
                  <a:cubicBezTo>
                    <a:pt x="0" y="21289"/>
                    <a:pt x="21289" y="0"/>
                    <a:pt x="4755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" name="Google Shape;143;g3cbe6b88681_0_285"/>
            <p:cNvSpPr txBox="1"/>
            <p:nvPr/>
          </p:nvSpPr>
          <p:spPr>
            <a:xfrm>
              <a:off x="0" y="-47625"/>
              <a:ext cx="2187000" cy="236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5400" lIns="25400" spcFirstLastPara="1" rIns="25400" wrap="square" tIns="25400">
              <a:noAutofit/>
            </a:bodyPr>
            <a:lstStyle/>
            <a:p>
              <a:pPr indent="0" lvl="0" marL="0" marR="0" rtl="0" algn="ctr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4" name="Google Shape;144;g3cbe6b88681_0_285"/>
          <p:cNvSpPr txBox="1"/>
          <p:nvPr/>
        </p:nvSpPr>
        <p:spPr>
          <a:xfrm>
            <a:off x="287025" y="154225"/>
            <a:ext cx="85230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2500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rPr>
              <a:t>Структура системного промпта</a:t>
            </a:r>
            <a:endParaRPr sz="1300"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145" name="Google Shape;145;g3cbe6b88681_0_285"/>
          <p:cNvSpPr txBox="1"/>
          <p:nvPr>
            <p:ph idx="4294967295" type="body"/>
          </p:nvPr>
        </p:nvSpPr>
        <p:spPr>
          <a:xfrm>
            <a:off x="317950" y="1170850"/>
            <a:ext cx="4088100" cy="117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300"/>
              <a:buNone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Планирование структуры: модель формирует каркас презентации, задавая типы слайдов, их порядок и точное количество.</a:t>
            </a: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46" name="Google Shape;146;g3cbe6b88681_0_285"/>
          <p:cNvSpPr txBox="1"/>
          <p:nvPr>
            <p:ph idx="4294967295" type="body"/>
          </p:nvPr>
        </p:nvSpPr>
        <p:spPr>
          <a:xfrm>
            <a:off x="319450" y="2473687"/>
            <a:ext cx="4088100" cy="102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300"/>
              <a:buNone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Анализ шаблона PPTX: система определяет, какие поля и списки необходимо заполнить для выбранного шаблона.</a:t>
            </a: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47" name="Google Shape;147;g3cbe6b88681_0_285"/>
          <p:cNvSpPr txBox="1"/>
          <p:nvPr>
            <p:ph idx="4294967295" type="body"/>
          </p:nvPr>
        </p:nvSpPr>
        <p:spPr>
          <a:xfrm>
            <a:off x="319438" y="3555300"/>
            <a:ext cx="4088100" cy="12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300"/>
              <a:buNone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Выбор визуального шаблона: подбирается стиль (тёмный или светлый) и тема оформления в соответствии с настройками пользователя.</a:t>
            </a: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48" name="Google Shape;148;g3cbe6b88681_0_285"/>
          <p:cNvSpPr txBox="1"/>
          <p:nvPr>
            <p:ph idx="4294967295" type="body"/>
          </p:nvPr>
        </p:nvSpPr>
        <p:spPr>
          <a:xfrm>
            <a:off x="4761150" y="1197686"/>
            <a:ext cx="4088100" cy="11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300"/>
              <a:buNone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Генерация контента: текст создаётся строго по заданной теме и формату, без лишних деталей.</a:t>
            </a: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49" name="Google Shape;149;g3cbe6b88681_0_285"/>
          <p:cNvSpPr txBox="1"/>
          <p:nvPr>
            <p:ph idx="4294967295" type="body"/>
          </p:nvPr>
        </p:nvSpPr>
        <p:spPr>
          <a:xfrm>
            <a:off x="4761150" y="2376499"/>
            <a:ext cx="4088100" cy="11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Форматный контроль: проверяется отсутствие мусора, ошибок и недопустимых символов, гарантируя чистый JSON‑вывод.</a:t>
            </a: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50" name="Google Shape;150;g3cbe6b88681_0_285"/>
          <p:cNvSpPr txBox="1"/>
          <p:nvPr>
            <p:ph idx="4294967295" type="body"/>
          </p:nvPr>
        </p:nvSpPr>
        <p:spPr>
          <a:xfrm>
            <a:off x="4761150" y="3555313"/>
            <a:ext cx="4088100" cy="12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Финальный экспорт: готовая презентация сохраняется в формате PPTX и готова к использованию.</a:t>
            </a: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cxnSp>
        <p:nvCxnSpPr>
          <p:cNvPr id="151" name="Google Shape;151;g3cbe6b88681_0_285"/>
          <p:cNvCxnSpPr/>
          <p:nvPr/>
        </p:nvCxnSpPr>
        <p:spPr>
          <a:xfrm>
            <a:off x="287024" y="3501497"/>
            <a:ext cx="4085100" cy="0"/>
          </a:xfrm>
          <a:prstGeom prst="straightConnector1">
            <a:avLst/>
          </a:prstGeom>
          <a:noFill/>
          <a:ln cap="flat" cmpd="sng" w="19050">
            <a:solidFill>
              <a:srgbClr val="F1701D"/>
            </a:solidFill>
            <a:prstDash val="lgDash"/>
            <a:round/>
            <a:headEnd len="sm" w="sm" type="none"/>
            <a:tailEnd len="sm" w="sm" type="none"/>
          </a:ln>
        </p:spPr>
      </p:cxnSp>
      <p:cxnSp>
        <p:nvCxnSpPr>
          <p:cNvPr id="152" name="Google Shape;152;g3cbe6b88681_0_285"/>
          <p:cNvCxnSpPr/>
          <p:nvPr/>
        </p:nvCxnSpPr>
        <p:spPr>
          <a:xfrm>
            <a:off x="4821524" y="3501497"/>
            <a:ext cx="4085100" cy="0"/>
          </a:xfrm>
          <a:prstGeom prst="straightConnector1">
            <a:avLst/>
          </a:prstGeom>
          <a:noFill/>
          <a:ln cap="flat" cmpd="sng" w="19050">
            <a:solidFill>
              <a:srgbClr val="F1701D"/>
            </a:solidFill>
            <a:prstDash val="lgDash"/>
            <a:round/>
            <a:headEnd len="sm" w="sm" type="none"/>
            <a:tailEnd len="sm" w="sm" type="none"/>
          </a:ln>
        </p:spPr>
      </p:cxnSp>
      <p:cxnSp>
        <p:nvCxnSpPr>
          <p:cNvPr id="153" name="Google Shape;153;g3cbe6b88681_0_285"/>
          <p:cNvCxnSpPr/>
          <p:nvPr/>
        </p:nvCxnSpPr>
        <p:spPr>
          <a:xfrm>
            <a:off x="4865249" y="2404347"/>
            <a:ext cx="4085100" cy="0"/>
          </a:xfrm>
          <a:prstGeom prst="straightConnector1">
            <a:avLst/>
          </a:prstGeom>
          <a:noFill/>
          <a:ln cap="flat" cmpd="sng" w="19050">
            <a:solidFill>
              <a:srgbClr val="F1701D"/>
            </a:solidFill>
            <a:prstDash val="lgDash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2" name="Google Shape;182;g3cbe6b88681_0_407"/>
          <p:cNvGrpSpPr/>
          <p:nvPr/>
        </p:nvGrpSpPr>
        <p:grpSpPr>
          <a:xfrm>
            <a:off x="9120188" y="3966906"/>
            <a:ext cx="23921" cy="586699"/>
            <a:chOff x="0" y="-38100"/>
            <a:chExt cx="12600" cy="309033"/>
          </a:xfrm>
        </p:grpSpPr>
        <p:sp>
          <p:nvSpPr>
            <p:cNvPr id="183" name="Google Shape;183;g3cbe6b88681_0_407"/>
            <p:cNvSpPr/>
            <p:nvPr/>
          </p:nvSpPr>
          <p:spPr>
            <a:xfrm>
              <a:off x="0" y="0"/>
              <a:ext cx="12543" cy="270933"/>
            </a:xfrm>
            <a:custGeom>
              <a:rect b="b" l="l" r="r" t="t"/>
              <a:pathLst>
                <a:path extrusionOk="0" h="270933" w="12543">
                  <a:moveTo>
                    <a:pt x="0" y="0"/>
                  </a:moveTo>
                  <a:lnTo>
                    <a:pt x="12543" y="0"/>
                  </a:lnTo>
                  <a:lnTo>
                    <a:pt x="1254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F1701D"/>
            </a:solidFill>
            <a:ln>
              <a:noFill/>
            </a:ln>
          </p:spPr>
        </p:sp>
        <p:sp>
          <p:nvSpPr>
            <p:cNvPr id="184" name="Google Shape;184;g3cbe6b88681_0_407"/>
            <p:cNvSpPr txBox="1"/>
            <p:nvPr/>
          </p:nvSpPr>
          <p:spPr>
            <a:xfrm>
              <a:off x="0" y="-38100"/>
              <a:ext cx="12600" cy="309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5400" lIns="25400" spcFirstLastPara="1" rIns="25400" wrap="square" tIns="254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5" name="Google Shape;185;g3cbe6b88681_0_407"/>
          <p:cNvGrpSpPr/>
          <p:nvPr/>
        </p:nvGrpSpPr>
        <p:grpSpPr>
          <a:xfrm>
            <a:off x="287050" y="87951"/>
            <a:ext cx="8522958" cy="701961"/>
            <a:chOff x="0" y="-47625"/>
            <a:chExt cx="2187000" cy="2364300"/>
          </a:xfrm>
        </p:grpSpPr>
        <p:sp>
          <p:nvSpPr>
            <p:cNvPr id="186" name="Google Shape;186;g3cbe6b88681_0_407"/>
            <p:cNvSpPr/>
            <p:nvPr/>
          </p:nvSpPr>
          <p:spPr>
            <a:xfrm>
              <a:off x="0" y="0"/>
              <a:ext cx="2186957" cy="2316564"/>
            </a:xfrm>
            <a:custGeom>
              <a:rect b="b" l="l" r="r" t="t"/>
              <a:pathLst>
                <a:path extrusionOk="0" h="2316564" w="2186957">
                  <a:moveTo>
                    <a:pt x="47550" y="0"/>
                  </a:moveTo>
                  <a:lnTo>
                    <a:pt x="2139406" y="0"/>
                  </a:lnTo>
                  <a:cubicBezTo>
                    <a:pt x="2165668" y="0"/>
                    <a:pt x="2186957" y="21289"/>
                    <a:pt x="2186957" y="47550"/>
                  </a:cubicBezTo>
                  <a:lnTo>
                    <a:pt x="2186957" y="2269014"/>
                  </a:lnTo>
                  <a:cubicBezTo>
                    <a:pt x="2186957" y="2295275"/>
                    <a:pt x="2165668" y="2316564"/>
                    <a:pt x="2139406" y="2316564"/>
                  </a:cubicBezTo>
                  <a:lnTo>
                    <a:pt x="47550" y="2316564"/>
                  </a:lnTo>
                  <a:cubicBezTo>
                    <a:pt x="21289" y="2316564"/>
                    <a:pt x="0" y="2295275"/>
                    <a:pt x="0" y="2269014"/>
                  </a:cubicBezTo>
                  <a:lnTo>
                    <a:pt x="0" y="47550"/>
                  </a:lnTo>
                  <a:cubicBezTo>
                    <a:pt x="0" y="21289"/>
                    <a:pt x="21289" y="0"/>
                    <a:pt x="4755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" name="Google Shape;187;g3cbe6b88681_0_407"/>
            <p:cNvSpPr txBox="1"/>
            <p:nvPr/>
          </p:nvSpPr>
          <p:spPr>
            <a:xfrm>
              <a:off x="0" y="-47625"/>
              <a:ext cx="2187000" cy="236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5400" lIns="25400" spcFirstLastPara="1" rIns="25400" wrap="square" tIns="25400">
              <a:noAutofit/>
            </a:bodyPr>
            <a:lstStyle/>
            <a:p>
              <a:pPr indent="0" lvl="0" marL="0" marR="0" rtl="0" algn="ctr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8" name="Google Shape;188;g3cbe6b88681_0_407"/>
          <p:cNvSpPr txBox="1"/>
          <p:nvPr/>
        </p:nvSpPr>
        <p:spPr>
          <a:xfrm>
            <a:off x="287025" y="154225"/>
            <a:ext cx="8523000" cy="569400"/>
          </a:xfrm>
          <a:prstGeom prst="rect">
            <a:avLst/>
          </a:prstGeom>
          <a:solidFill>
            <a:srgbClr val="F1701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2500">
                <a:solidFill>
                  <a:schemeClr val="lt1"/>
                </a:solidFill>
                <a:latin typeface="Impact"/>
                <a:ea typeface="Impact"/>
                <a:cs typeface="Impact"/>
                <a:sym typeface="Impact"/>
              </a:rPr>
              <a:t>Преимущества и возможности улучшения</a:t>
            </a:r>
            <a:endParaRPr sz="1300">
              <a:solidFill>
                <a:schemeClr val="lt1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cxnSp>
        <p:nvCxnSpPr>
          <p:cNvPr id="189" name="Google Shape;189;g3cbe6b88681_0_407"/>
          <p:cNvCxnSpPr/>
          <p:nvPr/>
        </p:nvCxnSpPr>
        <p:spPr>
          <a:xfrm flipH="1">
            <a:off x="4548425" y="946925"/>
            <a:ext cx="16800" cy="4154700"/>
          </a:xfrm>
          <a:prstGeom prst="straightConnector1">
            <a:avLst/>
          </a:prstGeom>
          <a:noFill/>
          <a:ln cap="flat" cmpd="sng" w="28575">
            <a:solidFill>
              <a:srgbClr val="F1701D"/>
            </a:solidFill>
            <a:prstDash val="lgDash"/>
            <a:round/>
            <a:headEnd len="sm" w="sm" type="none"/>
            <a:tailEnd len="sm" w="sm" type="none"/>
          </a:ln>
        </p:spPr>
      </p:cxnSp>
      <p:cxnSp>
        <p:nvCxnSpPr>
          <p:cNvPr id="190" name="Google Shape;190;g3cbe6b88681_0_407"/>
          <p:cNvCxnSpPr/>
          <p:nvPr/>
        </p:nvCxnSpPr>
        <p:spPr>
          <a:xfrm>
            <a:off x="145625" y="0"/>
            <a:ext cx="0" cy="5165100"/>
          </a:xfrm>
          <a:prstGeom prst="straightConnector1">
            <a:avLst/>
          </a:prstGeom>
          <a:noFill/>
          <a:ln cap="flat" cmpd="sng" w="114300">
            <a:solidFill>
              <a:srgbClr val="F1701D"/>
            </a:solidFill>
            <a:prstDash val="lgDash"/>
            <a:round/>
            <a:headEnd len="sm" w="sm" type="none"/>
            <a:tailEnd len="sm" w="sm" type="none"/>
          </a:ln>
        </p:spPr>
      </p:cxnSp>
      <p:cxnSp>
        <p:nvCxnSpPr>
          <p:cNvPr id="191" name="Google Shape;191;g3cbe6b88681_0_407"/>
          <p:cNvCxnSpPr/>
          <p:nvPr/>
        </p:nvCxnSpPr>
        <p:spPr>
          <a:xfrm>
            <a:off x="8970300" y="-10800"/>
            <a:ext cx="0" cy="5165100"/>
          </a:xfrm>
          <a:prstGeom prst="straightConnector1">
            <a:avLst/>
          </a:prstGeom>
          <a:noFill/>
          <a:ln cap="flat" cmpd="sng" w="114300">
            <a:solidFill>
              <a:srgbClr val="F1701D"/>
            </a:solidFill>
            <a:prstDash val="lgDash"/>
            <a:round/>
            <a:headEnd len="sm" w="sm" type="none"/>
            <a:tailEnd len="sm" w="sm" type="none"/>
          </a:ln>
        </p:spPr>
      </p:cxnSp>
      <p:sp>
        <p:nvSpPr>
          <p:cNvPr id="192" name="Google Shape;192;g3cbe6b88681_0_407"/>
          <p:cNvSpPr/>
          <p:nvPr/>
        </p:nvSpPr>
        <p:spPr>
          <a:xfrm>
            <a:off x="7167215" y="3267714"/>
            <a:ext cx="5650630" cy="3157289"/>
          </a:xfrm>
          <a:custGeom>
            <a:rect b="b" l="l" r="r" t="t"/>
            <a:pathLst>
              <a:path extrusionOk="0" h="6314578" w="11301259">
                <a:moveTo>
                  <a:pt x="0" y="0"/>
                </a:moveTo>
                <a:lnTo>
                  <a:pt x="11301258" y="0"/>
                </a:lnTo>
                <a:lnTo>
                  <a:pt x="11301258" y="6314578"/>
                </a:lnTo>
                <a:lnTo>
                  <a:pt x="0" y="63145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93" name="Google Shape;193;g3cbe6b88681_0_407"/>
          <p:cNvSpPr txBox="1"/>
          <p:nvPr>
            <p:ph idx="4294967295" type="body"/>
          </p:nvPr>
        </p:nvSpPr>
        <p:spPr>
          <a:xfrm>
            <a:off x="354775" y="1890375"/>
            <a:ext cx="4033800" cy="272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algn="l">
              <a:buNone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Сравнительный обзор преимуществ</a:t>
            </a:r>
          </a:p>
          <a:p>
            <a:pPr algn="l" marL="342900" indent="-342900">
              <a:buChar char="•"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Генерация PPTX за минуту</a:t>
            </a:r>
          </a:p>
          <a:p>
            <a:pPr algn="l" marL="342900" indent="-342900">
              <a:buChar char="•"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Управление темой и настройками</a:t>
            </a:r>
          </a:p>
          <a:p>
            <a:pPr algn="l" marL="342900" indent="-342900">
              <a:buChar char="•"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Создание презентации одним нажатием</a:t>
            </a:r>
          </a:p>
          <a:p>
            <a:pPr algn="l" marL="342900" indent="-342900">
              <a:buChar char="•"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Контроль ошибок и отсутствие мусора</a:t>
            </a:r>
          </a:p>
        </p:txBody>
      </p:sp>
      <p:sp>
        <p:nvSpPr>
          <p:cNvPr id="194" name="Google Shape;194;g3cbe6b88681_0_407"/>
          <p:cNvSpPr txBox="1"/>
          <p:nvPr/>
        </p:nvSpPr>
        <p:spPr>
          <a:xfrm>
            <a:off x="347100" y="1050350"/>
            <a:ext cx="4033800" cy="51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ru" sz="1800" u="none" cap="none" strike="noStrik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Преимущества PrezAI</a:t>
            </a:r>
            <a:endParaRPr b="1" i="0" sz="1800" u="none" cap="none" strike="noStrike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95" name="Google Shape;195;g3cbe6b88681_0_407"/>
          <p:cNvSpPr txBox="1"/>
          <p:nvPr>
            <p:ph idx="4294967295" type="body"/>
          </p:nvPr>
        </p:nvSpPr>
        <p:spPr>
          <a:xfrm>
            <a:off x="4742700" y="1890500"/>
            <a:ext cx="4033800" cy="272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algn="l">
              <a:buNone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Сравнительный обзор доработок</a:t>
            </a:r>
          </a:p>
          <a:p>
            <a:pPr algn="l" marL="342900" indent="-342900">
              <a:buChar char="•"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Расширение стилистических шаблонов</a:t>
            </a:r>
          </a:p>
          <a:p>
            <a:pPr algn="l" marL="342900" indent="-342900">
              <a:buChar char="•"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Автоматическое добавление изображений</a:t>
            </a:r>
          </a:p>
          <a:p>
            <a:pPr algn="l" marL="342900" indent="-342900">
              <a:buChar char="•"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Увеличение скорости генерации</a:t>
            </a:r>
          </a:p>
          <a:p>
            <a:pPr algn="l" marL="342900" indent="-342900">
              <a:buChar char="•"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Поддержка многоканального экспорта</a:t>
            </a:r>
          </a:p>
        </p:txBody>
      </p:sp>
      <p:sp>
        <p:nvSpPr>
          <p:cNvPr id="196" name="Google Shape;196;g3cbe6b88681_0_407"/>
          <p:cNvSpPr txBox="1"/>
          <p:nvPr/>
        </p:nvSpPr>
        <p:spPr>
          <a:xfrm>
            <a:off x="4564325" y="1073000"/>
            <a:ext cx="4204500" cy="46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ru" sz="1800" u="none" cap="none" strike="noStrik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Потенциал доработок</a:t>
            </a:r>
            <a:endParaRPr b="1" i="0" sz="1800" u="none" cap="none" strike="noStrike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701D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1" name="Google Shape;201;g3cbe6b88681_0_473"/>
          <p:cNvGrpSpPr/>
          <p:nvPr/>
        </p:nvGrpSpPr>
        <p:grpSpPr>
          <a:xfrm>
            <a:off x="9120188" y="3966906"/>
            <a:ext cx="23921" cy="586699"/>
            <a:chOff x="0" y="-38100"/>
            <a:chExt cx="12600" cy="309033"/>
          </a:xfrm>
        </p:grpSpPr>
        <p:sp>
          <p:nvSpPr>
            <p:cNvPr id="202" name="Google Shape;202;g3cbe6b88681_0_473"/>
            <p:cNvSpPr/>
            <p:nvPr/>
          </p:nvSpPr>
          <p:spPr>
            <a:xfrm>
              <a:off x="0" y="0"/>
              <a:ext cx="12543" cy="270933"/>
            </a:xfrm>
            <a:custGeom>
              <a:rect b="b" l="l" r="r" t="t"/>
              <a:pathLst>
                <a:path extrusionOk="0" h="270933" w="12543">
                  <a:moveTo>
                    <a:pt x="0" y="0"/>
                  </a:moveTo>
                  <a:lnTo>
                    <a:pt x="12543" y="0"/>
                  </a:lnTo>
                  <a:lnTo>
                    <a:pt x="1254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F1701D"/>
            </a:solidFill>
            <a:ln>
              <a:noFill/>
            </a:ln>
          </p:spPr>
        </p:sp>
        <p:sp>
          <p:nvSpPr>
            <p:cNvPr id="203" name="Google Shape;203;g3cbe6b88681_0_473"/>
            <p:cNvSpPr txBox="1"/>
            <p:nvPr/>
          </p:nvSpPr>
          <p:spPr>
            <a:xfrm>
              <a:off x="0" y="-38100"/>
              <a:ext cx="12600" cy="309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5400" lIns="25400" spcFirstLastPara="1" rIns="25400" wrap="square" tIns="254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4" name="Google Shape;204;g3cbe6b88681_0_473"/>
          <p:cNvGrpSpPr/>
          <p:nvPr/>
        </p:nvGrpSpPr>
        <p:grpSpPr>
          <a:xfrm>
            <a:off x="4597500" y="1108750"/>
            <a:ext cx="4331354" cy="3824965"/>
            <a:chOff x="0" y="-47625"/>
            <a:chExt cx="2187000" cy="2364300"/>
          </a:xfrm>
        </p:grpSpPr>
        <p:sp>
          <p:nvSpPr>
            <p:cNvPr id="205" name="Google Shape;205;g3cbe6b88681_0_473"/>
            <p:cNvSpPr/>
            <p:nvPr/>
          </p:nvSpPr>
          <p:spPr>
            <a:xfrm>
              <a:off x="0" y="0"/>
              <a:ext cx="2186957" cy="2316564"/>
            </a:xfrm>
            <a:custGeom>
              <a:rect b="b" l="l" r="r" t="t"/>
              <a:pathLst>
                <a:path extrusionOk="0" h="2316564" w="2186957">
                  <a:moveTo>
                    <a:pt x="47550" y="0"/>
                  </a:moveTo>
                  <a:lnTo>
                    <a:pt x="2139406" y="0"/>
                  </a:lnTo>
                  <a:cubicBezTo>
                    <a:pt x="2165668" y="0"/>
                    <a:pt x="2186957" y="21289"/>
                    <a:pt x="2186957" y="47550"/>
                  </a:cubicBezTo>
                  <a:lnTo>
                    <a:pt x="2186957" y="2269014"/>
                  </a:lnTo>
                  <a:cubicBezTo>
                    <a:pt x="2186957" y="2295275"/>
                    <a:pt x="2165668" y="2316564"/>
                    <a:pt x="2139406" y="2316564"/>
                  </a:cubicBezTo>
                  <a:lnTo>
                    <a:pt x="47550" y="2316564"/>
                  </a:lnTo>
                  <a:cubicBezTo>
                    <a:pt x="21289" y="2316564"/>
                    <a:pt x="0" y="2295275"/>
                    <a:pt x="0" y="2269014"/>
                  </a:cubicBezTo>
                  <a:lnTo>
                    <a:pt x="0" y="47550"/>
                  </a:lnTo>
                  <a:cubicBezTo>
                    <a:pt x="0" y="21289"/>
                    <a:pt x="21289" y="0"/>
                    <a:pt x="4755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" name="Google Shape;206;g3cbe6b88681_0_473"/>
            <p:cNvSpPr txBox="1"/>
            <p:nvPr/>
          </p:nvSpPr>
          <p:spPr>
            <a:xfrm>
              <a:off x="0" y="-47625"/>
              <a:ext cx="2187000" cy="236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5400" lIns="25400" spcFirstLastPara="1" rIns="25400" wrap="square" tIns="25400">
              <a:noAutofit/>
            </a:bodyPr>
            <a:lstStyle/>
            <a:p>
              <a:pPr indent="0" lvl="0" marL="0" marR="0" rtl="0" algn="ctr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7" name="Google Shape;207;g3cbe6b88681_0_473"/>
          <p:cNvGrpSpPr/>
          <p:nvPr/>
        </p:nvGrpSpPr>
        <p:grpSpPr>
          <a:xfrm>
            <a:off x="4611425" y="241900"/>
            <a:ext cx="4331354" cy="701961"/>
            <a:chOff x="0" y="-47625"/>
            <a:chExt cx="2187000" cy="2364300"/>
          </a:xfrm>
        </p:grpSpPr>
        <p:sp>
          <p:nvSpPr>
            <p:cNvPr id="208" name="Google Shape;208;g3cbe6b88681_0_473"/>
            <p:cNvSpPr/>
            <p:nvPr/>
          </p:nvSpPr>
          <p:spPr>
            <a:xfrm>
              <a:off x="0" y="0"/>
              <a:ext cx="2186957" cy="2316564"/>
            </a:xfrm>
            <a:custGeom>
              <a:rect b="b" l="l" r="r" t="t"/>
              <a:pathLst>
                <a:path extrusionOk="0" h="2316564" w="2186957">
                  <a:moveTo>
                    <a:pt x="47550" y="0"/>
                  </a:moveTo>
                  <a:lnTo>
                    <a:pt x="2139406" y="0"/>
                  </a:lnTo>
                  <a:cubicBezTo>
                    <a:pt x="2165668" y="0"/>
                    <a:pt x="2186957" y="21289"/>
                    <a:pt x="2186957" y="47550"/>
                  </a:cubicBezTo>
                  <a:lnTo>
                    <a:pt x="2186957" y="2269014"/>
                  </a:lnTo>
                  <a:cubicBezTo>
                    <a:pt x="2186957" y="2295275"/>
                    <a:pt x="2165668" y="2316564"/>
                    <a:pt x="2139406" y="2316564"/>
                  </a:cubicBezTo>
                  <a:lnTo>
                    <a:pt x="47550" y="2316564"/>
                  </a:lnTo>
                  <a:cubicBezTo>
                    <a:pt x="21289" y="2316564"/>
                    <a:pt x="0" y="2295275"/>
                    <a:pt x="0" y="2269014"/>
                  </a:cubicBezTo>
                  <a:lnTo>
                    <a:pt x="0" y="47550"/>
                  </a:lnTo>
                  <a:cubicBezTo>
                    <a:pt x="0" y="21289"/>
                    <a:pt x="21289" y="0"/>
                    <a:pt x="4755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" name="Google Shape;209;g3cbe6b88681_0_473"/>
            <p:cNvSpPr txBox="1"/>
            <p:nvPr/>
          </p:nvSpPr>
          <p:spPr>
            <a:xfrm>
              <a:off x="0" y="-47625"/>
              <a:ext cx="2187000" cy="236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5400" lIns="25400" spcFirstLastPara="1" rIns="25400" wrap="square" tIns="25400">
              <a:noAutofit/>
            </a:bodyPr>
            <a:lstStyle/>
            <a:p>
              <a:pPr indent="0" lvl="0" marL="0" marR="0" rtl="0" algn="ctr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0" name="Google Shape;210;g3cbe6b88681_0_473"/>
          <p:cNvSpPr txBox="1"/>
          <p:nvPr/>
        </p:nvSpPr>
        <p:spPr>
          <a:xfrm>
            <a:off x="4715325" y="308175"/>
            <a:ext cx="42273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2500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rPr>
              <a:t>Ссылка на репозиторий проекта</a:t>
            </a:r>
            <a:endParaRPr sz="1300"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211" name="Google Shape;211;g3cbe6b88681_0_473"/>
          <p:cNvSpPr txBox="1"/>
          <p:nvPr>
            <p:ph idx="4294967295" type="body"/>
          </p:nvPr>
        </p:nvSpPr>
        <p:spPr>
          <a:xfrm>
            <a:off x="4719125" y="1261175"/>
            <a:ext cx="4088100" cy="362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algn="l" marL="342900" indent="-342900">
              <a:buChar char="•"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GitHub: https://github.com/andreidiakov/Hack_Axenix_AI_presentation/tree/main</a:t>
            </a:r>
          </a:p>
          <a:p>
            <a:pPr algn="l" marL="342900" indent="-342900">
              <a:buChar char="•"/>
            </a:pPr>
            <a:r>
              <a:rPr lang="ru">
                <a:latin typeface="Raleway"/>
                <a:ea typeface="Raleway"/>
                <a:cs typeface="Raleway"/>
                <a:sym typeface="Raleway"/>
              </a:rPr>
              <a:t>См. README для инструкций по использованию</a:t>
            </a:r>
          </a:p>
        </p:txBody>
      </p:sp>
      <p:sp>
        <p:nvSpPr>
          <p:cNvPr id="212" name="Google Shape;212;g3cbe6b88681_0_473"/>
          <p:cNvSpPr/>
          <p:nvPr/>
        </p:nvSpPr>
        <p:spPr>
          <a:xfrm rot="10800000">
            <a:off x="-4656122" y="1261175"/>
            <a:ext cx="7232806" cy="4199194"/>
          </a:xfrm>
          <a:custGeom>
            <a:rect b="b" l="l" r="r" t="t"/>
            <a:pathLst>
              <a:path extrusionOk="0" h="6314578" w="11301259">
                <a:moveTo>
                  <a:pt x="0" y="0"/>
                </a:moveTo>
                <a:lnTo>
                  <a:pt x="11301258" y="0"/>
                </a:lnTo>
                <a:lnTo>
                  <a:pt x="11301258" y="6314578"/>
                </a:lnTo>
                <a:lnTo>
                  <a:pt x="0" y="63145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13" name="Google Shape;213;g3cbe6b88681_0_473"/>
          <p:cNvSpPr/>
          <p:nvPr/>
        </p:nvSpPr>
        <p:spPr>
          <a:xfrm rot="-5386571">
            <a:off x="-1765472" y="-3144261"/>
            <a:ext cx="7232861" cy="4199194"/>
          </a:xfrm>
          <a:custGeom>
            <a:rect b="b" l="l" r="r" t="t"/>
            <a:pathLst>
              <a:path extrusionOk="0" h="6314578" w="11301259">
                <a:moveTo>
                  <a:pt x="0" y="0"/>
                </a:moveTo>
                <a:lnTo>
                  <a:pt x="11301258" y="0"/>
                </a:lnTo>
                <a:lnTo>
                  <a:pt x="11301258" y="6314578"/>
                </a:lnTo>
                <a:lnTo>
                  <a:pt x="0" y="63145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6E7EA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cbe6b88681_1_135"/>
          <p:cNvSpPr/>
          <p:nvPr/>
        </p:nvSpPr>
        <p:spPr>
          <a:xfrm>
            <a:off x="-48623" y="-1307989"/>
            <a:ext cx="9677233" cy="6451489"/>
          </a:xfrm>
          <a:custGeom>
            <a:rect b="b" l="l" r="r" t="t"/>
            <a:pathLst>
              <a:path extrusionOk="0" h="12902978" w="19354466">
                <a:moveTo>
                  <a:pt x="0" y="0"/>
                </a:moveTo>
                <a:lnTo>
                  <a:pt x="19354466" y="0"/>
                </a:lnTo>
                <a:lnTo>
                  <a:pt x="19354466" y="12902978"/>
                </a:lnTo>
                <a:lnTo>
                  <a:pt x="0" y="129029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cxnSp>
        <p:nvCxnSpPr>
          <p:cNvPr id="283" name="Google Shape;283;g3cbe6b88681_1_135"/>
          <p:cNvCxnSpPr/>
          <p:nvPr/>
        </p:nvCxnSpPr>
        <p:spPr>
          <a:xfrm flipH="1" rot="10800000">
            <a:off x="657642" y="2400038"/>
            <a:ext cx="4350600" cy="9300"/>
          </a:xfrm>
          <a:prstGeom prst="straightConnector1">
            <a:avLst/>
          </a:prstGeom>
          <a:noFill/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4" name="Google Shape;284;g3cbe6b88681_1_135"/>
          <p:cNvSpPr/>
          <p:nvPr/>
        </p:nvSpPr>
        <p:spPr>
          <a:xfrm>
            <a:off x="495688" y="446089"/>
            <a:ext cx="5071262" cy="4156147"/>
          </a:xfrm>
          <a:custGeom>
            <a:rect b="b" l="l" r="r" t="t"/>
            <a:pathLst>
              <a:path extrusionOk="0" h="8312294" w="10142524">
                <a:moveTo>
                  <a:pt x="0" y="0"/>
                </a:moveTo>
                <a:lnTo>
                  <a:pt x="10142523" y="0"/>
                </a:lnTo>
                <a:lnTo>
                  <a:pt x="10142523" y="8312294"/>
                </a:lnTo>
                <a:lnTo>
                  <a:pt x="0" y="831229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-13019" l="-9767" r="-80086" t="-41418"/>
            </a:stretch>
          </a:blipFill>
          <a:ln>
            <a:noFill/>
          </a:ln>
        </p:spPr>
      </p:sp>
      <p:sp>
        <p:nvSpPr>
          <p:cNvPr id="285" name="Google Shape;285;g3cbe6b88681_1_135"/>
          <p:cNvSpPr/>
          <p:nvPr/>
        </p:nvSpPr>
        <p:spPr>
          <a:xfrm>
            <a:off x="2280086" y="-1458104"/>
            <a:ext cx="7901979" cy="7110020"/>
          </a:xfrm>
          <a:custGeom>
            <a:rect b="b" l="l" r="r" t="t"/>
            <a:pathLst>
              <a:path extrusionOk="0" h="14220040" w="15803957">
                <a:moveTo>
                  <a:pt x="0" y="0"/>
                </a:moveTo>
                <a:lnTo>
                  <a:pt x="15803957" y="0"/>
                </a:lnTo>
                <a:lnTo>
                  <a:pt x="15803957" y="14220040"/>
                </a:lnTo>
                <a:lnTo>
                  <a:pt x="0" y="1422004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-51128" l="0" r="-143368" t="0"/>
            </a:stretch>
          </a:blipFill>
          <a:ln>
            <a:noFill/>
          </a:ln>
        </p:spPr>
      </p:sp>
      <p:sp>
        <p:nvSpPr>
          <p:cNvPr id="286" name="Google Shape;286;g3cbe6b88681_1_135"/>
          <p:cNvSpPr txBox="1"/>
          <p:nvPr/>
        </p:nvSpPr>
        <p:spPr>
          <a:xfrm>
            <a:off x="765075" y="2759750"/>
            <a:ext cx="3514800" cy="90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PrezAI ускоряет создание качественных презентаций</a:t>
            </a:r>
            <a:endParaRPr sz="1600"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287" name="Google Shape;287;g3cbe6b88681_1_135"/>
          <p:cNvSpPr txBox="1"/>
          <p:nvPr/>
        </p:nvSpPr>
        <p:spPr>
          <a:xfrm>
            <a:off x="765075" y="692750"/>
            <a:ext cx="4545000" cy="199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8399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100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Спасибо за внимание</a:t>
            </a:r>
            <a:endParaRPr i="0" sz="4100" u="none" cap="none" strike="noStrike">
              <a:solidFill>
                <a:srgbClr val="FFFFFF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pic>
        <p:nvPicPr>
          <p:cNvPr id="288" name="Google Shape;288;g3cbe6b88681_1_13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90475" y="3738050"/>
            <a:ext cx="2149300" cy="1145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