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20"/>
    <p:sldId id="257" r:id="rId21"/>
    <p:sldId id="258" r:id="rId22"/>
    <p:sldId id="259" r:id="rId23"/>
    <p:sldId id="260" r:id="rId24"/>
    <p:sldId id="261" r:id="rId25"/>
  </p:sldIdLst>
  <p:sldSz cy="5143500" cx="9144000"/>
  <p:notesSz cx="6858000" cy="9144000"/>
  <p:embeddedFontLst>
    <p:embeddedFont>
      <p:font typeface="Open Sans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19" roundtripDataSignature="AMtx7mirrlRGEtX3JzsMKZwFY59Vd//5w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5" Type="http://schemas.openxmlformats.org/officeDocument/2006/relationships/font" Target="fonts/OpenSans-regular.fntdata"/><Relationship Id="rId17" Type="http://schemas.openxmlformats.org/officeDocument/2006/relationships/font" Target="fonts/OpenSans-italic.fntdata"/><Relationship Id="rId16" Type="http://schemas.openxmlformats.org/officeDocument/2006/relationships/font" Target="fonts/OpenSans-bold.fntdata"/><Relationship Id="rId5" Type="http://schemas.openxmlformats.org/officeDocument/2006/relationships/notesMaster" Target="notesMasters/notesMaster1.xml"/><Relationship Id="rId19" Type="http://customschemas.google.com/relationships/presentationmetadata" Target="metadata"/><Relationship Id="rId18" Type="http://schemas.openxmlformats.org/officeDocument/2006/relationships/font" Target="fonts/OpenSans-boldItalic.fntdata"/><Relationship Id="rId20" Type="http://schemas.openxmlformats.org/officeDocument/2006/relationships/slide" Target="slides/slide1.xml"/><Relationship Id="rId21" Type="http://schemas.openxmlformats.org/officeDocument/2006/relationships/slide" Target="slides/slide2.xml"/><Relationship Id="rId22" Type="http://schemas.openxmlformats.org/officeDocument/2006/relationships/slide" Target="slides/slide3.xml"/><Relationship Id="rId23" Type="http://schemas.openxmlformats.org/officeDocument/2006/relationships/slide" Target="slides/slide4.xml"/><Relationship Id="rId24" Type="http://schemas.openxmlformats.org/officeDocument/2006/relationships/slide" Target="slides/slide5.xml"/><Relationship Id="rId25" Type="http://schemas.openxmlformats.org/officeDocument/2006/relationships/slide" Target="slides/slide6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1" name="Google Shape;14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"/>
              <a:t>заголовок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5" name="Google Shape;21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3" name="Google Shape;23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"/>
              <a:t>заголовок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1"/>
          <p:cNvSpPr/>
          <p:nvPr/>
        </p:nvSpPr>
        <p:spPr>
          <a:xfrm flipH="1">
            <a:off x="4072890" y="61245"/>
            <a:ext cx="5071110" cy="5082255"/>
          </a:xfrm>
          <a:custGeom>
            <a:rect b="b" l="l" r="r" t="t"/>
            <a:pathLst>
              <a:path extrusionOk="0" h="6776340" w="6761480">
                <a:moveTo>
                  <a:pt x="4497011" y="6773822"/>
                </a:moveTo>
                <a:lnTo>
                  <a:pt x="4501642" y="6773822"/>
                </a:lnTo>
                <a:lnTo>
                  <a:pt x="4497011" y="6775081"/>
                </a:lnTo>
                <a:close/>
                <a:moveTo>
                  <a:pt x="1252" y="6753365"/>
                </a:moveTo>
                <a:cubicBezTo>
                  <a:pt x="7513" y="6761233"/>
                  <a:pt x="14087" y="6767528"/>
                  <a:pt x="19095" y="6775081"/>
                </a:cubicBezTo>
                <a:lnTo>
                  <a:pt x="1252" y="6775081"/>
                </a:lnTo>
                <a:close/>
                <a:moveTo>
                  <a:pt x="6600269" y="6319035"/>
                </a:moveTo>
                <a:cubicBezTo>
                  <a:pt x="6593695" y="6378834"/>
                  <a:pt x="6591191" y="6465071"/>
                  <a:pt x="6599017" y="6532423"/>
                </a:cubicBezTo>
                <a:lnTo>
                  <a:pt x="6557645" y="6439524"/>
                </a:lnTo>
                <a:lnTo>
                  <a:pt x="6556433" y="6439022"/>
                </a:lnTo>
                <a:lnTo>
                  <a:pt x="6479087" y="6600995"/>
                </a:lnTo>
                <a:cubicBezTo>
                  <a:pt x="6448762" y="6659889"/>
                  <a:pt x="6416676" y="6717957"/>
                  <a:pt x="6383025" y="6775081"/>
                </a:cubicBezTo>
                <a:lnTo>
                  <a:pt x="6360174" y="6775081"/>
                </a:lnTo>
                <a:cubicBezTo>
                  <a:pt x="6395703" y="6715440"/>
                  <a:pt x="6429667" y="6654461"/>
                  <a:pt x="6461753" y="6592694"/>
                </a:cubicBezTo>
                <a:lnTo>
                  <a:pt x="6544320" y="6421628"/>
                </a:lnTo>
                <a:lnTo>
                  <a:pt x="6544854" y="6421998"/>
                </a:lnTo>
                <a:lnTo>
                  <a:pt x="6544525" y="6421204"/>
                </a:lnTo>
                <a:lnTo>
                  <a:pt x="6544320" y="6421628"/>
                </a:lnTo>
                <a:lnTo>
                  <a:pt x="6480691" y="6377575"/>
                </a:lnTo>
                <a:cubicBezTo>
                  <a:pt x="6520133" y="6373798"/>
                  <a:pt x="6568340" y="6347046"/>
                  <a:pt x="6600269" y="6319035"/>
                </a:cubicBezTo>
                <a:close/>
                <a:moveTo>
                  <a:pt x="1252" y="6096835"/>
                </a:moveTo>
                <a:cubicBezTo>
                  <a:pt x="169037" y="6338234"/>
                  <a:pt x="358108" y="6565470"/>
                  <a:pt x="567839" y="6775081"/>
                </a:cubicBezTo>
                <a:lnTo>
                  <a:pt x="567839" y="6776340"/>
                </a:lnTo>
                <a:lnTo>
                  <a:pt x="506798" y="6776340"/>
                </a:lnTo>
                <a:cubicBezTo>
                  <a:pt x="322736" y="6588445"/>
                  <a:pt x="152446" y="6385129"/>
                  <a:pt x="1252" y="6171741"/>
                </a:cubicBezTo>
                <a:close/>
                <a:moveTo>
                  <a:pt x="6421215" y="5928138"/>
                </a:moveTo>
                <a:cubicBezTo>
                  <a:pt x="6414641" y="5987623"/>
                  <a:pt x="6412137" y="6070082"/>
                  <a:pt x="6419963" y="6133658"/>
                </a:cubicBezTo>
                <a:lnTo>
                  <a:pt x="6377876" y="6043667"/>
                </a:lnTo>
                <a:lnTo>
                  <a:pt x="6378038" y="6043340"/>
                </a:lnTo>
                <a:lnTo>
                  <a:pt x="6377774" y="6043450"/>
                </a:lnTo>
                <a:lnTo>
                  <a:pt x="6377876" y="6043667"/>
                </a:lnTo>
                <a:lnTo>
                  <a:pt x="6287037" y="6226976"/>
                </a:lnTo>
                <a:cubicBezTo>
                  <a:pt x="6181433" y="6422247"/>
                  <a:pt x="6054655" y="6606542"/>
                  <a:pt x="5908156" y="6775081"/>
                </a:cubicBezTo>
                <a:lnTo>
                  <a:pt x="5877479" y="6775081"/>
                </a:lnTo>
                <a:cubicBezTo>
                  <a:pt x="6029847" y="6603710"/>
                  <a:pt x="6162318" y="6415874"/>
                  <a:pt x="6271591" y="6216354"/>
                </a:cubicBezTo>
                <a:lnTo>
                  <a:pt x="6363444" y="6032284"/>
                </a:lnTo>
                <a:lnTo>
                  <a:pt x="6362632" y="6030324"/>
                </a:lnTo>
                <a:lnTo>
                  <a:pt x="6363897" y="6027272"/>
                </a:lnTo>
                <a:lnTo>
                  <a:pt x="6301637" y="5986364"/>
                </a:lnTo>
                <a:cubicBezTo>
                  <a:pt x="6341079" y="5981328"/>
                  <a:pt x="6388034" y="5955835"/>
                  <a:pt x="6421215" y="5928138"/>
                </a:cubicBezTo>
                <a:close/>
                <a:moveTo>
                  <a:pt x="1252" y="5376728"/>
                </a:moveTo>
                <a:cubicBezTo>
                  <a:pt x="276720" y="5908940"/>
                  <a:pt x="663001" y="6387647"/>
                  <a:pt x="1127853" y="6775081"/>
                </a:cubicBezTo>
                <a:lnTo>
                  <a:pt x="1065559" y="6775081"/>
                </a:lnTo>
                <a:cubicBezTo>
                  <a:pt x="632324" y="6406845"/>
                  <a:pt x="267955" y="5958353"/>
                  <a:pt x="1252" y="5462021"/>
                </a:cubicBezTo>
                <a:close/>
                <a:moveTo>
                  <a:pt x="6729864" y="5362880"/>
                </a:moveTo>
                <a:cubicBezTo>
                  <a:pt x="6733620" y="5418588"/>
                  <a:pt x="6744890" y="5495068"/>
                  <a:pt x="6761480" y="5550775"/>
                </a:cubicBezTo>
                <a:lnTo>
                  <a:pt x="6712848" y="5477718"/>
                </a:lnTo>
                <a:lnTo>
                  <a:pt x="6676929" y="5639303"/>
                </a:lnTo>
                <a:cubicBezTo>
                  <a:pt x="6575662" y="6044643"/>
                  <a:pt x="6400398" y="6431670"/>
                  <a:pt x="6158269" y="6775081"/>
                </a:cubicBezTo>
                <a:lnTo>
                  <a:pt x="6131661" y="6775081"/>
                </a:lnTo>
                <a:cubicBezTo>
                  <a:pt x="6132913" y="6772563"/>
                  <a:pt x="6135417" y="6770046"/>
                  <a:pt x="6136669" y="6767528"/>
                </a:cubicBezTo>
                <a:cubicBezTo>
                  <a:pt x="6383456" y="6424116"/>
                  <a:pt x="6560020" y="6035885"/>
                  <a:pt x="6663217" y="5628557"/>
                </a:cubicBezTo>
                <a:lnTo>
                  <a:pt x="6698308" y="5473391"/>
                </a:lnTo>
                <a:lnTo>
                  <a:pt x="6698060" y="5473288"/>
                </a:lnTo>
                <a:lnTo>
                  <a:pt x="6694986" y="5465867"/>
                </a:lnTo>
                <a:lnTo>
                  <a:pt x="6643467" y="5446599"/>
                </a:lnTo>
                <a:cubicBezTo>
                  <a:pt x="6673831" y="5432751"/>
                  <a:pt x="6708265" y="5395927"/>
                  <a:pt x="6729864" y="5362880"/>
                </a:cubicBezTo>
                <a:close/>
                <a:moveTo>
                  <a:pt x="6572096" y="4541116"/>
                </a:moveTo>
                <a:cubicBezTo>
                  <a:pt x="6582426" y="4592102"/>
                  <a:pt x="6602773" y="4657881"/>
                  <a:pt x="6624372" y="4706350"/>
                </a:cubicBezTo>
                <a:lnTo>
                  <a:pt x="6574042" y="4651506"/>
                </a:lnTo>
                <a:lnTo>
                  <a:pt x="6574054" y="4651320"/>
                </a:lnTo>
                <a:lnTo>
                  <a:pt x="6573921" y="4651375"/>
                </a:lnTo>
                <a:cubicBezTo>
                  <a:pt x="6573961" y="4651419"/>
                  <a:pt x="6574002" y="4651462"/>
                  <a:pt x="6574042" y="4651506"/>
                </a:cubicBezTo>
                <a:lnTo>
                  <a:pt x="6564870" y="4796499"/>
                </a:lnTo>
                <a:cubicBezTo>
                  <a:pt x="6532503" y="5167058"/>
                  <a:pt x="6437493" y="5537045"/>
                  <a:pt x="6277534" y="5877152"/>
                </a:cubicBezTo>
                <a:cubicBezTo>
                  <a:pt x="6116322" y="6217692"/>
                  <a:pt x="5890314" y="6527387"/>
                  <a:pt x="5609524" y="6776340"/>
                </a:cubicBezTo>
                <a:lnTo>
                  <a:pt x="5572900" y="6776340"/>
                </a:lnTo>
                <a:lnTo>
                  <a:pt x="5572900" y="6775081"/>
                </a:lnTo>
                <a:cubicBezTo>
                  <a:pt x="5864958" y="6524870"/>
                  <a:pt x="6099732" y="6209823"/>
                  <a:pt x="6265012" y="5860786"/>
                </a:cubicBezTo>
                <a:cubicBezTo>
                  <a:pt x="6424971" y="5522882"/>
                  <a:pt x="6519742" y="5154857"/>
                  <a:pt x="6552049" y="4787495"/>
                </a:cubicBezTo>
                <a:lnTo>
                  <a:pt x="6560996" y="4647171"/>
                </a:lnTo>
                <a:lnTo>
                  <a:pt x="6559757" y="4644178"/>
                </a:lnTo>
                <a:lnTo>
                  <a:pt x="6510116" y="4637738"/>
                </a:lnTo>
                <a:cubicBezTo>
                  <a:pt x="6534219" y="4617281"/>
                  <a:pt x="6558323" y="4576680"/>
                  <a:pt x="6572096" y="4541116"/>
                </a:cubicBezTo>
                <a:close/>
                <a:moveTo>
                  <a:pt x="1252" y="4473763"/>
                </a:moveTo>
                <a:cubicBezTo>
                  <a:pt x="58537" y="4654104"/>
                  <a:pt x="128343" y="4834446"/>
                  <a:pt x="212235" y="5013528"/>
                </a:cubicBezTo>
                <a:cubicBezTo>
                  <a:pt x="549996" y="5731116"/>
                  <a:pt x="1078081" y="6352082"/>
                  <a:pt x="1714474" y="6776340"/>
                </a:cubicBezTo>
                <a:lnTo>
                  <a:pt x="1645920" y="6776340"/>
                </a:lnTo>
                <a:lnTo>
                  <a:pt x="1645920" y="6775081"/>
                </a:lnTo>
                <a:cubicBezTo>
                  <a:pt x="1024865" y="6348305"/>
                  <a:pt x="509302" y="5734893"/>
                  <a:pt x="177802" y="5028950"/>
                </a:cubicBezTo>
                <a:cubicBezTo>
                  <a:pt x="110500" y="4884173"/>
                  <a:pt x="50711" y="4736879"/>
                  <a:pt x="1252" y="4590843"/>
                </a:cubicBezTo>
                <a:close/>
                <a:moveTo>
                  <a:pt x="6353913" y="4251563"/>
                </a:moveTo>
                <a:cubicBezTo>
                  <a:pt x="6365182" y="4302549"/>
                  <a:pt x="6386782" y="4367069"/>
                  <a:pt x="6409633" y="4413020"/>
                </a:cubicBezTo>
                <a:lnTo>
                  <a:pt x="6358368" y="4361476"/>
                </a:lnTo>
                <a:cubicBezTo>
                  <a:pt x="6358420" y="4360101"/>
                  <a:pt x="6358473" y="4358727"/>
                  <a:pt x="6358525" y="4357352"/>
                </a:cubicBezTo>
                <a:lnTo>
                  <a:pt x="6353114" y="4499401"/>
                </a:lnTo>
                <a:cubicBezTo>
                  <a:pt x="6330397" y="4854151"/>
                  <a:pt x="6243570" y="5200557"/>
                  <a:pt x="6093471" y="5513951"/>
                </a:cubicBezTo>
                <a:cubicBezTo>
                  <a:pt x="5902835" y="5912716"/>
                  <a:pt x="5610777" y="6262069"/>
                  <a:pt x="5227313" y="6500635"/>
                </a:cubicBezTo>
                <a:cubicBezTo>
                  <a:pt x="5040746" y="6620233"/>
                  <a:pt x="4834771" y="6711506"/>
                  <a:pt x="4613771" y="6773822"/>
                </a:cubicBezTo>
                <a:lnTo>
                  <a:pt x="4501642" y="6773822"/>
                </a:lnTo>
                <a:lnTo>
                  <a:pt x="4689603" y="6722728"/>
                </a:lnTo>
                <a:cubicBezTo>
                  <a:pt x="4878420" y="6662919"/>
                  <a:pt x="5055615" y="6580892"/>
                  <a:pt x="5218548" y="6477975"/>
                </a:cubicBezTo>
                <a:cubicBezTo>
                  <a:pt x="5600760" y="6241611"/>
                  <a:pt x="5891566" y="5895092"/>
                  <a:pt x="6080637" y="5500103"/>
                </a:cubicBezTo>
                <a:cubicBezTo>
                  <a:pt x="6229640" y="5188912"/>
                  <a:pt x="6317288" y="4844709"/>
                  <a:pt x="6340228" y="4492162"/>
                </a:cubicBezTo>
                <a:lnTo>
                  <a:pt x="6345477" y="4356432"/>
                </a:lnTo>
                <a:lnTo>
                  <a:pt x="6343413" y="4355577"/>
                </a:lnTo>
                <a:cubicBezTo>
                  <a:pt x="6343351" y="4355428"/>
                  <a:pt x="6343290" y="4355279"/>
                  <a:pt x="6343228" y="4355130"/>
                </a:cubicBezTo>
                <a:lnTo>
                  <a:pt x="6294124" y="4351962"/>
                </a:lnTo>
                <a:cubicBezTo>
                  <a:pt x="6318228" y="4330246"/>
                  <a:pt x="6341079" y="4288386"/>
                  <a:pt x="6353913" y="4251563"/>
                </a:cubicBezTo>
                <a:close/>
                <a:moveTo>
                  <a:pt x="6398364" y="3724702"/>
                </a:moveTo>
                <a:cubicBezTo>
                  <a:pt x="6417459" y="3767820"/>
                  <a:pt x="6446571" y="3826045"/>
                  <a:pt x="6473178" y="3864128"/>
                </a:cubicBezTo>
                <a:lnTo>
                  <a:pt x="6422596" y="3828278"/>
                </a:lnTo>
                <a:lnTo>
                  <a:pt x="6422123" y="3828473"/>
                </a:lnTo>
                <a:lnTo>
                  <a:pt x="6444075" y="3981096"/>
                </a:lnTo>
                <a:cubicBezTo>
                  <a:pt x="6491075" y="4373261"/>
                  <a:pt x="6472826" y="4771027"/>
                  <a:pt x="6380521" y="5144456"/>
                </a:cubicBezTo>
                <a:cubicBezTo>
                  <a:pt x="6263760" y="5623163"/>
                  <a:pt x="6028674" y="6067564"/>
                  <a:pt x="5679330" y="6416917"/>
                </a:cubicBezTo>
                <a:cubicBezTo>
                  <a:pt x="5545979" y="6552881"/>
                  <a:pt x="5395098" y="6673423"/>
                  <a:pt x="5229817" y="6775081"/>
                </a:cubicBezTo>
                <a:lnTo>
                  <a:pt x="5179106" y="6775081"/>
                </a:lnTo>
                <a:cubicBezTo>
                  <a:pt x="5360664" y="6668387"/>
                  <a:pt x="5525632" y="6541550"/>
                  <a:pt x="5669313" y="6395200"/>
                </a:cubicBezTo>
                <a:cubicBezTo>
                  <a:pt x="6015839" y="6049940"/>
                  <a:pt x="6250926" y="5609315"/>
                  <a:pt x="6367687" y="5133126"/>
                </a:cubicBezTo>
                <a:cubicBezTo>
                  <a:pt x="6459992" y="4761900"/>
                  <a:pt x="6478241" y="4366337"/>
                  <a:pt x="6432079" y="3976375"/>
                </a:cubicBezTo>
                <a:lnTo>
                  <a:pt x="6410802" y="3826707"/>
                </a:lnTo>
                <a:lnTo>
                  <a:pt x="6408896" y="3825918"/>
                </a:lnTo>
                <a:lnTo>
                  <a:pt x="6408545" y="3825071"/>
                </a:lnTo>
                <a:lnTo>
                  <a:pt x="6366435" y="3833914"/>
                </a:lnTo>
                <a:cubicBezTo>
                  <a:pt x="6383025" y="3807161"/>
                  <a:pt x="6394294" y="3761525"/>
                  <a:pt x="6398364" y="3724702"/>
                </a:cubicBezTo>
                <a:close/>
                <a:moveTo>
                  <a:pt x="6074376" y="3584961"/>
                </a:moveTo>
                <a:cubicBezTo>
                  <a:pt x="6074380" y="3584992"/>
                  <a:pt x="6074385" y="3585022"/>
                  <a:pt x="6074389" y="3585053"/>
                </a:cubicBezTo>
                <a:cubicBezTo>
                  <a:pt x="6074400" y="3585026"/>
                  <a:pt x="6074412" y="3584998"/>
                  <a:pt x="6074423" y="3584971"/>
                </a:cubicBezTo>
                <a:cubicBezTo>
                  <a:pt x="6074407" y="3584968"/>
                  <a:pt x="6074392" y="3584964"/>
                  <a:pt x="6074376" y="3584961"/>
                </a:cubicBezTo>
                <a:close/>
                <a:moveTo>
                  <a:pt x="2136127" y="1258149"/>
                </a:moveTo>
                <a:cubicBezTo>
                  <a:pt x="2113276" y="1297491"/>
                  <a:pt x="2094181" y="1353513"/>
                  <a:pt x="2092929" y="1399149"/>
                </a:cubicBezTo>
                <a:lnTo>
                  <a:pt x="2049868" y="1328453"/>
                </a:lnTo>
                <a:lnTo>
                  <a:pt x="2048245" y="1329125"/>
                </a:lnTo>
                <a:lnTo>
                  <a:pt x="2047341" y="1328751"/>
                </a:lnTo>
                <a:lnTo>
                  <a:pt x="1952344" y="1396153"/>
                </a:lnTo>
                <a:cubicBezTo>
                  <a:pt x="1701659" y="1588878"/>
                  <a:pt x="1497738" y="1852599"/>
                  <a:pt x="1367635" y="2171501"/>
                </a:cubicBezTo>
                <a:cubicBezTo>
                  <a:pt x="1203919" y="2572784"/>
                  <a:pt x="1158217" y="3043937"/>
                  <a:pt x="1248370" y="3526421"/>
                </a:cubicBezTo>
                <a:cubicBezTo>
                  <a:pt x="1437754" y="4588011"/>
                  <a:pt x="2245375" y="5549516"/>
                  <a:pt x="3248641" y="5902645"/>
                </a:cubicBezTo>
                <a:cubicBezTo>
                  <a:pt x="3708484" y="6068823"/>
                  <a:pt x="4175840" y="6093058"/>
                  <a:pt x="4589668" y="5988882"/>
                </a:cubicBezTo>
                <a:cubicBezTo>
                  <a:pt x="4968123" y="5892574"/>
                  <a:pt x="5290858" y="5687998"/>
                  <a:pt x="5526884" y="5409775"/>
                </a:cubicBezTo>
                <a:cubicBezTo>
                  <a:pt x="5746632" y="5157046"/>
                  <a:pt x="5890314" y="4840740"/>
                  <a:pt x="5958868" y="4505551"/>
                </a:cubicBezTo>
                <a:cubicBezTo>
                  <a:pt x="6006527" y="4273279"/>
                  <a:pt x="6019146" y="4028615"/>
                  <a:pt x="5996725" y="3783640"/>
                </a:cubicBezTo>
                <a:lnTo>
                  <a:pt x="5965029" y="3556265"/>
                </a:lnTo>
                <a:lnTo>
                  <a:pt x="5960728" y="3554483"/>
                </a:lnTo>
                <a:lnTo>
                  <a:pt x="5919426" y="3565762"/>
                </a:lnTo>
                <a:cubicBezTo>
                  <a:pt x="5936016" y="3537751"/>
                  <a:pt x="5947285" y="3489597"/>
                  <a:pt x="5951355" y="3450256"/>
                </a:cubicBezTo>
                <a:cubicBezTo>
                  <a:pt x="5972954" y="3494633"/>
                  <a:pt x="6003318" y="3550655"/>
                  <a:pt x="6031178" y="3588738"/>
                </a:cubicBezTo>
                <a:lnTo>
                  <a:pt x="5976676" y="3555859"/>
                </a:lnTo>
                <a:lnTo>
                  <a:pt x="5976246" y="3556037"/>
                </a:lnTo>
                <a:lnTo>
                  <a:pt x="6009227" y="3785548"/>
                </a:lnTo>
                <a:cubicBezTo>
                  <a:pt x="6032704" y="4030759"/>
                  <a:pt x="6021317" y="4279023"/>
                  <a:pt x="5972954" y="4517196"/>
                </a:cubicBezTo>
                <a:cubicBezTo>
                  <a:pt x="5902835" y="4859939"/>
                  <a:pt x="5755710" y="5176244"/>
                  <a:pt x="5538466" y="5427715"/>
                </a:cubicBezTo>
                <a:cubicBezTo>
                  <a:pt x="5299623" y="5708141"/>
                  <a:pt x="4975949" y="5916493"/>
                  <a:pt x="4593737" y="6014375"/>
                </a:cubicBezTo>
                <a:cubicBezTo>
                  <a:pt x="4177092" y="6121069"/>
                  <a:pt x="3705980" y="6096835"/>
                  <a:pt x="3241130" y="5929397"/>
                </a:cubicBezTo>
                <a:cubicBezTo>
                  <a:pt x="2226280" y="5573750"/>
                  <a:pt x="1409581" y="4602174"/>
                  <a:pt x="1220510" y="3528939"/>
                </a:cubicBezTo>
                <a:cubicBezTo>
                  <a:pt x="1130357" y="3042678"/>
                  <a:pt x="1177312" y="2566489"/>
                  <a:pt x="1343531" y="2162374"/>
                </a:cubicBezTo>
                <a:cubicBezTo>
                  <a:pt x="1475826" y="1842370"/>
                  <a:pt x="1681938" y="1576825"/>
                  <a:pt x="1935653" y="1382817"/>
                </a:cubicBezTo>
                <a:lnTo>
                  <a:pt x="2034374" y="1313168"/>
                </a:lnTo>
                <a:lnTo>
                  <a:pt x="2035264" y="1313636"/>
                </a:lnTo>
                <a:lnTo>
                  <a:pt x="2035905" y="1312088"/>
                </a:lnTo>
                <a:lnTo>
                  <a:pt x="2034374" y="1313168"/>
                </a:lnTo>
                <a:lnTo>
                  <a:pt x="1947056" y="1267277"/>
                </a:lnTo>
                <a:cubicBezTo>
                  <a:pt x="2006532" y="1274830"/>
                  <a:pt x="2081660" y="1268536"/>
                  <a:pt x="2136127" y="1258149"/>
                </a:cubicBezTo>
                <a:close/>
                <a:moveTo>
                  <a:pt x="3236702" y="1253409"/>
                </a:moveTo>
                <a:cubicBezTo>
                  <a:pt x="3451360" y="1246524"/>
                  <a:pt x="3670880" y="1277137"/>
                  <a:pt x="3887541" y="1342173"/>
                </a:cubicBezTo>
                <a:lnTo>
                  <a:pt x="4002808" y="1380534"/>
                </a:lnTo>
                <a:lnTo>
                  <a:pt x="4003578" y="1382580"/>
                </a:lnTo>
                <a:lnTo>
                  <a:pt x="4004230" y="1381007"/>
                </a:lnTo>
                <a:lnTo>
                  <a:pt x="4002808" y="1380534"/>
                </a:lnTo>
                <a:lnTo>
                  <a:pt x="3980195" y="1320466"/>
                </a:lnTo>
                <a:cubicBezTo>
                  <a:pt x="4011812" y="1354772"/>
                  <a:pt x="4061584" y="1395372"/>
                  <a:pt x="4101965" y="1423384"/>
                </a:cubicBezTo>
                <a:cubicBezTo>
                  <a:pt x="4062836" y="1422125"/>
                  <a:pt x="4014316" y="1425901"/>
                  <a:pt x="3982700" y="1438491"/>
                </a:cubicBezTo>
                <a:lnTo>
                  <a:pt x="4003104" y="1393244"/>
                </a:lnTo>
                <a:lnTo>
                  <a:pt x="4004287" y="1393636"/>
                </a:lnTo>
                <a:lnTo>
                  <a:pt x="4003636" y="1392064"/>
                </a:lnTo>
                <a:lnTo>
                  <a:pt x="4003104" y="1393244"/>
                </a:lnTo>
                <a:lnTo>
                  <a:pt x="3888483" y="1355281"/>
                </a:lnTo>
                <a:cubicBezTo>
                  <a:pt x="3587365" y="1265280"/>
                  <a:pt x="3280768" y="1241665"/>
                  <a:pt x="2990703" y="1293714"/>
                </a:cubicBezTo>
                <a:cubicBezTo>
                  <a:pt x="2630091" y="1357290"/>
                  <a:pt x="2297338" y="1542667"/>
                  <a:pt x="2061312" y="1828443"/>
                </a:cubicBezTo>
                <a:cubicBezTo>
                  <a:pt x="1800870" y="2139713"/>
                  <a:pt x="1657502" y="2580337"/>
                  <a:pt x="1676284" y="3067857"/>
                </a:cubicBezTo>
                <a:cubicBezTo>
                  <a:pt x="1695379" y="3583702"/>
                  <a:pt x="1905110" y="4131020"/>
                  <a:pt x="2265722" y="4584234"/>
                </a:cubicBezTo>
                <a:cubicBezTo>
                  <a:pt x="2626334" y="5040280"/>
                  <a:pt x="3116542" y="5369175"/>
                  <a:pt x="3619583" y="5502621"/>
                </a:cubicBezTo>
                <a:cubicBezTo>
                  <a:pt x="4098208" y="5630717"/>
                  <a:pt x="4565564" y="5581304"/>
                  <a:pt x="4928994" y="5387115"/>
                </a:cubicBezTo>
                <a:cubicBezTo>
                  <a:pt x="5262999" y="5210550"/>
                  <a:pt x="5514363" y="4913129"/>
                  <a:pt x="5648966" y="4561573"/>
                </a:cubicBezTo>
                <a:cubicBezTo>
                  <a:pt x="5759075" y="4279298"/>
                  <a:pt x="5795128" y="3965939"/>
                  <a:pt x="5763205" y="3646163"/>
                </a:cubicBezTo>
                <a:lnTo>
                  <a:pt x="5747424" y="3524548"/>
                </a:lnTo>
                <a:lnTo>
                  <a:pt x="5748357" y="3524334"/>
                </a:lnTo>
                <a:lnTo>
                  <a:pt x="5747342" y="3523913"/>
                </a:lnTo>
                <a:cubicBezTo>
                  <a:pt x="5747369" y="3524125"/>
                  <a:pt x="5747397" y="3524336"/>
                  <a:pt x="5747424" y="3524548"/>
                </a:cubicBezTo>
                <a:lnTo>
                  <a:pt x="5700930" y="3535233"/>
                </a:lnTo>
                <a:cubicBezTo>
                  <a:pt x="5720025" y="3507537"/>
                  <a:pt x="5732859" y="3459068"/>
                  <a:pt x="5739119" y="3418468"/>
                </a:cubicBezTo>
                <a:cubicBezTo>
                  <a:pt x="5758214" y="3465363"/>
                  <a:pt x="5789831" y="3523903"/>
                  <a:pt x="5818003" y="3561985"/>
                </a:cubicBezTo>
                <a:lnTo>
                  <a:pt x="5760509" y="3525675"/>
                </a:lnTo>
                <a:lnTo>
                  <a:pt x="5760127" y="3525833"/>
                </a:lnTo>
                <a:lnTo>
                  <a:pt x="5776440" y="3649679"/>
                </a:lnTo>
                <a:cubicBezTo>
                  <a:pt x="5809145" y="3971899"/>
                  <a:pt x="5772888" y="4288425"/>
                  <a:pt x="5663053" y="4572904"/>
                </a:cubicBezTo>
                <a:cubicBezTo>
                  <a:pt x="5526884" y="4927292"/>
                  <a:pt x="5274268" y="5229434"/>
                  <a:pt x="4937759" y="5407257"/>
                </a:cubicBezTo>
                <a:cubicBezTo>
                  <a:pt x="4572138" y="5606797"/>
                  <a:pt x="4099460" y="5656210"/>
                  <a:pt x="3615827" y="5527800"/>
                </a:cubicBezTo>
                <a:cubicBezTo>
                  <a:pt x="3107777" y="5394668"/>
                  <a:pt x="2612248" y="5061997"/>
                  <a:pt x="2246627" y="4600915"/>
                </a:cubicBezTo>
                <a:cubicBezTo>
                  <a:pt x="1882258" y="4143610"/>
                  <a:pt x="1671275" y="3588738"/>
                  <a:pt x="1652180" y="3067857"/>
                </a:cubicBezTo>
                <a:cubicBezTo>
                  <a:pt x="1633085" y="2575302"/>
                  <a:pt x="1779271" y="2130900"/>
                  <a:pt x="2043470" y="1817113"/>
                </a:cubicBezTo>
                <a:cubicBezTo>
                  <a:pt x="2282313" y="1528819"/>
                  <a:pt x="2618821" y="1343442"/>
                  <a:pt x="2981938" y="1279866"/>
                </a:cubicBezTo>
                <a:cubicBezTo>
                  <a:pt x="3065752" y="1264916"/>
                  <a:pt x="3150840" y="1256163"/>
                  <a:pt x="3236702" y="1253409"/>
                </a:cubicBezTo>
                <a:close/>
                <a:moveTo>
                  <a:pt x="2931227" y="1076549"/>
                </a:moveTo>
                <a:cubicBezTo>
                  <a:pt x="2979434" y="1100784"/>
                  <a:pt x="3045483" y="1121241"/>
                  <a:pt x="3094943" y="1131313"/>
                </a:cubicBezTo>
                <a:cubicBezTo>
                  <a:pt x="3060822" y="1151455"/>
                  <a:pt x="3022632" y="1183243"/>
                  <a:pt x="3003539" y="1215031"/>
                </a:cubicBezTo>
                <a:lnTo>
                  <a:pt x="2994665" y="1150900"/>
                </a:lnTo>
                <a:lnTo>
                  <a:pt x="2885088" y="1166387"/>
                </a:lnTo>
                <a:cubicBezTo>
                  <a:pt x="2599194" y="1216693"/>
                  <a:pt x="2329776" y="1334078"/>
                  <a:pt x="2103259" y="1517488"/>
                </a:cubicBezTo>
                <a:cubicBezTo>
                  <a:pt x="1819965" y="1744725"/>
                  <a:pt x="1610234" y="2068584"/>
                  <a:pt x="1511316" y="2462313"/>
                </a:cubicBezTo>
                <a:cubicBezTo>
                  <a:pt x="1402068" y="2890348"/>
                  <a:pt x="1424919" y="3376608"/>
                  <a:pt x="1591452" y="3855315"/>
                </a:cubicBezTo>
                <a:cubicBezTo>
                  <a:pt x="1763933" y="4355739"/>
                  <a:pt x="2080407" y="4816821"/>
                  <a:pt x="2495487" y="5169950"/>
                </a:cubicBezTo>
                <a:cubicBezTo>
                  <a:pt x="2901802" y="5516469"/>
                  <a:pt x="3373228" y="5731116"/>
                  <a:pt x="3838079" y="5790915"/>
                </a:cubicBezTo>
                <a:cubicBezTo>
                  <a:pt x="4278515" y="5847882"/>
                  <a:pt x="4687647" y="5769199"/>
                  <a:pt x="5019147" y="5577527"/>
                </a:cubicBezTo>
                <a:cubicBezTo>
                  <a:pt x="5326231" y="5404740"/>
                  <a:pt x="5558813" y="5134385"/>
                  <a:pt x="5706251" y="4819339"/>
                </a:cubicBezTo>
                <a:cubicBezTo>
                  <a:pt x="5807204" y="4602174"/>
                  <a:pt x="5868891" y="4362879"/>
                  <a:pt x="5887482" y="4115264"/>
                </a:cubicBezTo>
                <a:lnTo>
                  <a:pt x="5891349" y="3878618"/>
                </a:lnTo>
                <a:lnTo>
                  <a:pt x="5893101" y="3878544"/>
                </a:lnTo>
                <a:lnTo>
                  <a:pt x="5891417" y="3874479"/>
                </a:lnTo>
                <a:cubicBezTo>
                  <a:pt x="5891394" y="3875859"/>
                  <a:pt x="5891372" y="3877238"/>
                  <a:pt x="5891349" y="3878618"/>
                </a:cubicBezTo>
                <a:lnTo>
                  <a:pt x="5839603" y="3880809"/>
                </a:lnTo>
                <a:cubicBezTo>
                  <a:pt x="5862454" y="3856574"/>
                  <a:pt x="5882488" y="3810938"/>
                  <a:pt x="5894070" y="3774115"/>
                </a:cubicBezTo>
                <a:cubicBezTo>
                  <a:pt x="5909409" y="3822268"/>
                  <a:pt x="5934764" y="3885844"/>
                  <a:pt x="5960120" y="3928963"/>
                </a:cubicBezTo>
                <a:lnTo>
                  <a:pt x="5905767" y="3883843"/>
                </a:lnTo>
                <a:lnTo>
                  <a:pt x="5903872" y="3884628"/>
                </a:lnTo>
                <a:lnTo>
                  <a:pt x="5900179" y="4122498"/>
                </a:lnTo>
                <a:cubicBezTo>
                  <a:pt x="5881881" y="4372164"/>
                  <a:pt x="5820664" y="4613819"/>
                  <a:pt x="5718772" y="4831928"/>
                </a:cubicBezTo>
                <a:cubicBezTo>
                  <a:pt x="5571335" y="5149492"/>
                  <a:pt x="5336561" y="5423938"/>
                  <a:pt x="5027912" y="5598929"/>
                </a:cubicBezTo>
                <a:cubicBezTo>
                  <a:pt x="4695159" y="5792174"/>
                  <a:pt x="4282584" y="5873375"/>
                  <a:pt x="3836514" y="5816094"/>
                </a:cubicBezTo>
                <a:cubicBezTo>
                  <a:pt x="3366654" y="5756610"/>
                  <a:pt x="2890533" y="5540704"/>
                  <a:pt x="2478896" y="5190093"/>
                </a:cubicBezTo>
                <a:cubicBezTo>
                  <a:pt x="2060060" y="4834446"/>
                  <a:pt x="1739829" y="4367069"/>
                  <a:pt x="1565784" y="3861610"/>
                </a:cubicBezTo>
                <a:cubicBezTo>
                  <a:pt x="1398312" y="3377868"/>
                  <a:pt x="1375461" y="2887515"/>
                  <a:pt x="1487213" y="2456018"/>
                </a:cubicBezTo>
                <a:cubicBezTo>
                  <a:pt x="1588635" y="2058512"/>
                  <a:pt x="1802122" y="1731821"/>
                  <a:pt x="2087920" y="1503325"/>
                </a:cubicBezTo>
                <a:cubicBezTo>
                  <a:pt x="2316903" y="1319916"/>
                  <a:pt x="2588546" y="1202771"/>
                  <a:pt x="2876635" y="1152526"/>
                </a:cubicBezTo>
                <a:lnTo>
                  <a:pt x="2988108" y="1136901"/>
                </a:lnTo>
                <a:lnTo>
                  <a:pt x="2989747" y="1138638"/>
                </a:lnTo>
                <a:lnTo>
                  <a:pt x="2989613" y="1138319"/>
                </a:lnTo>
                <a:lnTo>
                  <a:pt x="2990330" y="1136590"/>
                </a:lnTo>
                <a:lnTo>
                  <a:pt x="2988108" y="1136901"/>
                </a:lnTo>
                <a:close/>
                <a:moveTo>
                  <a:pt x="2143640" y="968596"/>
                </a:moveTo>
                <a:cubicBezTo>
                  <a:pt x="2199672" y="984018"/>
                  <a:pt x="2274488" y="989054"/>
                  <a:pt x="2329269" y="989054"/>
                </a:cubicBezTo>
                <a:cubicBezTo>
                  <a:pt x="2299842" y="1019583"/>
                  <a:pt x="2270730" y="1065219"/>
                  <a:pt x="2263218" y="1105819"/>
                </a:cubicBezTo>
                <a:lnTo>
                  <a:pt x="2232102" y="1034718"/>
                </a:lnTo>
                <a:lnTo>
                  <a:pt x="2236314" y="1032885"/>
                </a:lnTo>
                <a:lnTo>
                  <a:pt x="2233983" y="1033850"/>
                </a:lnTo>
                <a:lnTo>
                  <a:pt x="2231222" y="1032706"/>
                </a:lnTo>
                <a:lnTo>
                  <a:pt x="2232102" y="1034718"/>
                </a:lnTo>
                <a:lnTo>
                  <a:pt x="2111684" y="1087132"/>
                </a:lnTo>
                <a:cubicBezTo>
                  <a:pt x="1802088" y="1235597"/>
                  <a:pt x="1530959" y="1463551"/>
                  <a:pt x="1331010" y="1762350"/>
                </a:cubicBezTo>
                <a:cubicBezTo>
                  <a:pt x="1076828" y="2140972"/>
                  <a:pt x="938469" y="2620938"/>
                  <a:pt x="952555" y="3150632"/>
                </a:cubicBezTo>
                <a:cubicBezTo>
                  <a:pt x="962572" y="3708021"/>
                  <a:pt x="1153208" y="4298458"/>
                  <a:pt x="1507560" y="4833187"/>
                </a:cubicBezTo>
                <a:cubicBezTo>
                  <a:pt x="1868172" y="5375470"/>
                  <a:pt x="2358379" y="5799728"/>
                  <a:pt x="2899298" y="6044904"/>
                </a:cubicBezTo>
                <a:cubicBezTo>
                  <a:pt x="3417678" y="6284729"/>
                  <a:pt x="3961100" y="6355859"/>
                  <a:pt x="4451308" y="6264587"/>
                </a:cubicBezTo>
                <a:cubicBezTo>
                  <a:pt x="4894560" y="6182127"/>
                  <a:pt x="5275520" y="5964962"/>
                  <a:pt x="5557561" y="5657469"/>
                </a:cubicBezTo>
                <a:cubicBezTo>
                  <a:pt x="5812682" y="5379246"/>
                  <a:pt x="5984223" y="5031468"/>
                  <a:pt x="6065611" y="4656622"/>
                </a:cubicBezTo>
                <a:cubicBezTo>
                  <a:pt x="6121722" y="4400509"/>
                  <a:pt x="6135750" y="4128640"/>
                  <a:pt x="6111392" y="3856550"/>
                </a:cubicBezTo>
                <a:lnTo>
                  <a:pt x="6076241" y="3598641"/>
                </a:lnTo>
                <a:lnTo>
                  <a:pt x="6078930" y="3597974"/>
                </a:lnTo>
                <a:lnTo>
                  <a:pt x="6077344" y="3597317"/>
                </a:lnTo>
                <a:lnTo>
                  <a:pt x="6075431" y="3592700"/>
                </a:lnTo>
                <a:lnTo>
                  <a:pt x="6076241" y="3598641"/>
                </a:lnTo>
                <a:lnTo>
                  <a:pt x="6029926" y="3610139"/>
                </a:lnTo>
                <a:cubicBezTo>
                  <a:pt x="6046516" y="3582443"/>
                  <a:pt x="6057785" y="3535233"/>
                  <a:pt x="6061855" y="3495892"/>
                </a:cubicBezTo>
                <a:cubicBezTo>
                  <a:pt x="6081889" y="3541843"/>
                  <a:pt x="6112566" y="3597550"/>
                  <a:pt x="6140426" y="3635633"/>
                </a:cubicBezTo>
                <a:lnTo>
                  <a:pt x="6088005" y="3602243"/>
                </a:lnTo>
                <a:lnTo>
                  <a:pt x="6087834" y="3601006"/>
                </a:lnTo>
                <a:lnTo>
                  <a:pt x="6087042" y="3601334"/>
                </a:lnTo>
                <a:lnTo>
                  <a:pt x="6085715" y="3600784"/>
                </a:lnTo>
                <a:lnTo>
                  <a:pt x="6088005" y="3602243"/>
                </a:lnTo>
                <a:lnTo>
                  <a:pt x="6123869" y="3860961"/>
                </a:lnTo>
                <a:cubicBezTo>
                  <a:pt x="6149034" y="4134955"/>
                  <a:pt x="6135417" y="4408771"/>
                  <a:pt x="6078133" y="4667008"/>
                </a:cubicBezTo>
                <a:cubicBezTo>
                  <a:pt x="5997057" y="5044057"/>
                  <a:pt x="5825516" y="5395927"/>
                  <a:pt x="5568830" y="5676668"/>
                </a:cubicBezTo>
                <a:cubicBezTo>
                  <a:pt x="5285850" y="5988882"/>
                  <a:pt x="4902073" y="6208564"/>
                  <a:pt x="4455064" y="6292598"/>
                </a:cubicBezTo>
                <a:cubicBezTo>
                  <a:pt x="3959848" y="6386388"/>
                  <a:pt x="3411104" y="6315258"/>
                  <a:pt x="2888031" y="6074174"/>
                </a:cubicBezTo>
                <a:cubicBezTo>
                  <a:pt x="2341789" y="5827739"/>
                  <a:pt x="1846573" y="5398445"/>
                  <a:pt x="1482204" y="4851127"/>
                </a:cubicBezTo>
                <a:cubicBezTo>
                  <a:pt x="1124096" y="4311362"/>
                  <a:pt x="932208" y="3714316"/>
                  <a:pt x="923443" y="3151890"/>
                </a:cubicBezTo>
                <a:cubicBezTo>
                  <a:pt x="910609" y="2618420"/>
                  <a:pt x="1050221" y="2133418"/>
                  <a:pt x="1309411" y="1752278"/>
                </a:cubicBezTo>
                <a:cubicBezTo>
                  <a:pt x="1512646" y="1452378"/>
                  <a:pt x="1786104" y="1222359"/>
                  <a:pt x="2097908" y="1073394"/>
                </a:cubicBezTo>
                <a:lnTo>
                  <a:pt x="2219486" y="1020743"/>
                </a:lnTo>
                <a:lnTo>
                  <a:pt x="2220931" y="1021737"/>
                </a:lnTo>
                <a:lnTo>
                  <a:pt x="2220363" y="1020364"/>
                </a:lnTo>
                <a:lnTo>
                  <a:pt x="2219486" y="1020743"/>
                </a:lnTo>
                <a:close/>
                <a:moveTo>
                  <a:pt x="3122802" y="691947"/>
                </a:moveTo>
                <a:cubicBezTo>
                  <a:pt x="3164748" y="719958"/>
                  <a:pt x="3225790" y="748914"/>
                  <a:pt x="3272744" y="766853"/>
                </a:cubicBezTo>
                <a:cubicBezTo>
                  <a:pt x="3237374" y="778184"/>
                  <a:pt x="3194174" y="797382"/>
                  <a:pt x="3170072" y="820043"/>
                </a:cubicBezTo>
                <a:lnTo>
                  <a:pt x="3172125" y="769175"/>
                </a:lnTo>
                <a:lnTo>
                  <a:pt x="3172023" y="769133"/>
                </a:lnTo>
                <a:lnTo>
                  <a:pt x="3170679" y="765893"/>
                </a:lnTo>
                <a:lnTo>
                  <a:pt x="3030241" y="757282"/>
                </a:lnTo>
                <a:cubicBezTo>
                  <a:pt x="2666237" y="745983"/>
                  <a:pt x="2305438" y="812214"/>
                  <a:pt x="1978672" y="962302"/>
                </a:cubicBezTo>
                <a:cubicBezTo>
                  <a:pt x="1559523" y="1152714"/>
                  <a:pt x="1205171" y="1476573"/>
                  <a:pt x="975406" y="1914995"/>
                </a:cubicBezTo>
                <a:cubicBezTo>
                  <a:pt x="714964" y="2408809"/>
                  <a:pt x="621055" y="3014667"/>
                  <a:pt x="732807" y="3654831"/>
                </a:cubicBezTo>
                <a:cubicBezTo>
                  <a:pt x="852072" y="4343150"/>
                  <a:pt x="1196407" y="5011010"/>
                  <a:pt x="1716978" y="5545739"/>
                </a:cubicBezTo>
                <a:cubicBezTo>
                  <a:pt x="2231289" y="6076692"/>
                  <a:pt x="2866429" y="6418176"/>
                  <a:pt x="3515344" y="6528646"/>
                </a:cubicBezTo>
                <a:cubicBezTo>
                  <a:pt x="4116051" y="6631564"/>
                  <a:pt x="4674812" y="6531164"/>
                  <a:pt x="5125578" y="6268363"/>
                </a:cubicBezTo>
                <a:cubicBezTo>
                  <a:pt x="5528449" y="6036091"/>
                  <a:pt x="5831777" y="5680445"/>
                  <a:pt x="6017404" y="5261222"/>
                </a:cubicBezTo>
                <a:cubicBezTo>
                  <a:pt x="6162847" y="4932406"/>
                  <a:pt x="6233514" y="4569373"/>
                  <a:pt x="6233599" y="4201219"/>
                </a:cubicBezTo>
                <a:lnTo>
                  <a:pt x="6229720" y="4057751"/>
                </a:lnTo>
                <a:lnTo>
                  <a:pt x="6182372" y="4059891"/>
                </a:lnTo>
                <a:cubicBezTo>
                  <a:pt x="6203971" y="4035657"/>
                  <a:pt x="6223066" y="3992538"/>
                  <a:pt x="6233083" y="3954456"/>
                </a:cubicBezTo>
                <a:cubicBezTo>
                  <a:pt x="6247170" y="4002610"/>
                  <a:pt x="6271273" y="4064927"/>
                  <a:pt x="6296628" y="4108045"/>
                </a:cubicBezTo>
                <a:lnTo>
                  <a:pt x="6241222" y="4060083"/>
                </a:lnTo>
                <a:cubicBezTo>
                  <a:pt x="6241201" y="4059322"/>
                  <a:pt x="6241181" y="4058560"/>
                  <a:pt x="6241160" y="4057799"/>
                </a:cubicBezTo>
                <a:lnTo>
                  <a:pt x="6239418" y="4058521"/>
                </a:lnTo>
                <a:lnTo>
                  <a:pt x="6245232" y="4207464"/>
                </a:lnTo>
                <a:cubicBezTo>
                  <a:pt x="6245365" y="4577851"/>
                  <a:pt x="6175485" y="4944051"/>
                  <a:pt x="6028674" y="5275070"/>
                </a:cubicBezTo>
                <a:cubicBezTo>
                  <a:pt x="5842107" y="5698069"/>
                  <a:pt x="5538466" y="6056234"/>
                  <a:pt x="5132151" y="6292598"/>
                </a:cubicBezTo>
                <a:cubicBezTo>
                  <a:pt x="4681073" y="6557916"/>
                  <a:pt x="4116051" y="6660834"/>
                  <a:pt x="3511587" y="6557916"/>
                </a:cubicBezTo>
                <a:cubicBezTo>
                  <a:pt x="2857352" y="6447446"/>
                  <a:pt x="2216263" y="6103129"/>
                  <a:pt x="1696631" y="5567456"/>
                </a:cubicBezTo>
                <a:cubicBezTo>
                  <a:pt x="1169799" y="5028950"/>
                  <a:pt x="824212" y="4353221"/>
                  <a:pt x="704947" y="3658608"/>
                </a:cubicBezTo>
                <a:cubicBezTo>
                  <a:pt x="593195" y="3013408"/>
                  <a:pt x="689609" y="2402514"/>
                  <a:pt x="952555" y="1904608"/>
                </a:cubicBezTo>
                <a:cubicBezTo>
                  <a:pt x="1186076" y="1463984"/>
                  <a:pt x="1542932" y="1137607"/>
                  <a:pt x="1965838" y="947195"/>
                </a:cubicBezTo>
                <a:cubicBezTo>
                  <a:pt x="2247801" y="818548"/>
                  <a:pt x="2554767" y="751333"/>
                  <a:pt x="2867457" y="742363"/>
                </a:cubicBezTo>
                <a:cubicBezTo>
                  <a:pt x="2919571" y="740868"/>
                  <a:pt x="2971845" y="740991"/>
                  <a:pt x="3024189" y="742717"/>
                </a:cubicBezTo>
                <a:lnTo>
                  <a:pt x="3167903" y="751838"/>
                </a:lnTo>
                <a:close/>
                <a:moveTo>
                  <a:pt x="2233794" y="617041"/>
                </a:moveTo>
                <a:cubicBezTo>
                  <a:pt x="2287321" y="637184"/>
                  <a:pt x="2359632" y="652606"/>
                  <a:pt x="2412847" y="658900"/>
                </a:cubicBezTo>
                <a:cubicBezTo>
                  <a:pt x="2379979" y="681561"/>
                  <a:pt x="2344293" y="718385"/>
                  <a:pt x="2330520" y="752690"/>
                </a:cubicBezTo>
                <a:lnTo>
                  <a:pt x="2311469" y="687733"/>
                </a:lnTo>
                <a:lnTo>
                  <a:pt x="2312797" y="687417"/>
                </a:lnTo>
                <a:lnTo>
                  <a:pt x="2311180" y="686748"/>
                </a:lnTo>
                <a:lnTo>
                  <a:pt x="2311469" y="687733"/>
                </a:lnTo>
                <a:lnTo>
                  <a:pt x="2172801" y="720716"/>
                </a:lnTo>
                <a:cubicBezTo>
                  <a:pt x="1819471" y="816930"/>
                  <a:pt x="1488700" y="993145"/>
                  <a:pt x="1214249" y="1244301"/>
                </a:cubicBezTo>
                <a:cubicBezTo>
                  <a:pt x="863654" y="1564383"/>
                  <a:pt x="601960" y="2008785"/>
                  <a:pt x="483947" y="2537219"/>
                </a:cubicBezTo>
                <a:cubicBezTo>
                  <a:pt x="353100" y="3115067"/>
                  <a:pt x="401306" y="3767820"/>
                  <a:pt x="641402" y="4403893"/>
                </a:cubicBezTo>
                <a:cubicBezTo>
                  <a:pt x="891514" y="5068291"/>
                  <a:pt x="1334766" y="5668799"/>
                  <a:pt x="1901040" y="6110997"/>
                </a:cubicBezTo>
                <a:cubicBezTo>
                  <a:pt x="2330520" y="6452481"/>
                  <a:pt x="2814466" y="6673423"/>
                  <a:pt x="3299352" y="6775081"/>
                </a:cubicBezTo>
                <a:lnTo>
                  <a:pt x="3157236" y="6775081"/>
                </a:lnTo>
                <a:cubicBezTo>
                  <a:pt x="2713983" y="6662093"/>
                  <a:pt x="2275739" y="6449963"/>
                  <a:pt x="1882258" y="6137435"/>
                </a:cubicBezTo>
                <a:cubicBezTo>
                  <a:pt x="1309411" y="5691775"/>
                  <a:pt x="863654" y="5084657"/>
                  <a:pt x="610725" y="4415538"/>
                </a:cubicBezTo>
                <a:cubicBezTo>
                  <a:pt x="369690" y="3774115"/>
                  <a:pt x="321170" y="3113807"/>
                  <a:pt x="454522" y="2532184"/>
                </a:cubicBezTo>
                <a:cubicBezTo>
                  <a:pt x="575352" y="1999972"/>
                  <a:pt x="839551" y="1553053"/>
                  <a:pt x="1193902" y="1231712"/>
                </a:cubicBezTo>
                <a:cubicBezTo>
                  <a:pt x="1471639" y="979455"/>
                  <a:pt x="1805938" y="802861"/>
                  <a:pt x="2161566" y="706569"/>
                </a:cubicBezTo>
                <a:lnTo>
                  <a:pt x="2302016" y="673345"/>
                </a:lnTo>
                <a:lnTo>
                  <a:pt x="2303894" y="674895"/>
                </a:lnTo>
                <a:lnTo>
                  <a:pt x="2304810" y="672684"/>
                </a:lnTo>
                <a:close/>
                <a:moveTo>
                  <a:pt x="1569853" y="478559"/>
                </a:moveTo>
                <a:cubicBezTo>
                  <a:pt x="1629329" y="493666"/>
                  <a:pt x="1708213" y="501220"/>
                  <a:pt x="1766437" y="501220"/>
                </a:cubicBezTo>
                <a:cubicBezTo>
                  <a:pt x="1736073" y="533008"/>
                  <a:pt x="1704457" y="577700"/>
                  <a:pt x="1696631" y="617041"/>
                </a:cubicBezTo>
                <a:lnTo>
                  <a:pt x="1664270" y="547240"/>
                </a:lnTo>
                <a:lnTo>
                  <a:pt x="1665289" y="546848"/>
                </a:lnTo>
                <a:lnTo>
                  <a:pt x="1663803" y="546232"/>
                </a:lnTo>
                <a:lnTo>
                  <a:pt x="1664270" y="547240"/>
                </a:lnTo>
                <a:lnTo>
                  <a:pt x="1515379" y="604535"/>
                </a:lnTo>
                <a:cubicBezTo>
                  <a:pt x="1141015" y="762403"/>
                  <a:pt x="796548" y="1005813"/>
                  <a:pt x="521824" y="1328020"/>
                </a:cubicBezTo>
                <a:cubicBezTo>
                  <a:pt x="299571" y="1588618"/>
                  <a:pt x="121769" y="1899573"/>
                  <a:pt x="0" y="2248925"/>
                </a:cubicBezTo>
                <a:lnTo>
                  <a:pt x="0" y="2161115"/>
                </a:lnTo>
                <a:lnTo>
                  <a:pt x="1252" y="2161115"/>
                </a:lnTo>
                <a:cubicBezTo>
                  <a:pt x="123334" y="1843865"/>
                  <a:pt x="292058" y="1558089"/>
                  <a:pt x="498972" y="1316690"/>
                </a:cubicBezTo>
                <a:cubicBezTo>
                  <a:pt x="776983" y="993381"/>
                  <a:pt x="1124737" y="747664"/>
                  <a:pt x="1501760" y="590081"/>
                </a:cubicBezTo>
                <a:lnTo>
                  <a:pt x="1652156" y="532864"/>
                </a:lnTo>
                <a:lnTo>
                  <a:pt x="1653585" y="533807"/>
                </a:lnTo>
                <a:lnTo>
                  <a:pt x="1654316" y="532042"/>
                </a:lnTo>
                <a:lnTo>
                  <a:pt x="1652156" y="532864"/>
                </a:lnTo>
                <a:close/>
                <a:moveTo>
                  <a:pt x="2350867" y="454325"/>
                </a:moveTo>
                <a:cubicBezTo>
                  <a:pt x="2401578" y="477300"/>
                  <a:pt x="2471385" y="496184"/>
                  <a:pt x="2523347" y="506570"/>
                </a:cubicBezTo>
                <a:cubicBezTo>
                  <a:pt x="2489226" y="525454"/>
                  <a:pt x="2451037" y="557242"/>
                  <a:pt x="2434446" y="587771"/>
                </a:cubicBezTo>
                <a:lnTo>
                  <a:pt x="2420975" y="525119"/>
                </a:lnTo>
                <a:lnTo>
                  <a:pt x="2421313" y="525070"/>
                </a:lnTo>
                <a:lnTo>
                  <a:pt x="2420928" y="524910"/>
                </a:lnTo>
                <a:cubicBezTo>
                  <a:pt x="2420943" y="524980"/>
                  <a:pt x="2420958" y="525049"/>
                  <a:pt x="2420975" y="525119"/>
                </a:cubicBezTo>
                <a:lnTo>
                  <a:pt x="2258839" y="548648"/>
                </a:lnTo>
                <a:cubicBezTo>
                  <a:pt x="1848074" y="621846"/>
                  <a:pt x="1457592" y="787665"/>
                  <a:pt x="1125348" y="1050112"/>
                </a:cubicBezTo>
                <a:cubicBezTo>
                  <a:pt x="693365" y="1389078"/>
                  <a:pt x="368438" y="1883207"/>
                  <a:pt x="217244" y="2492842"/>
                </a:cubicBezTo>
                <a:cubicBezTo>
                  <a:pt x="46955" y="3169516"/>
                  <a:pt x="109248" y="3940608"/>
                  <a:pt x="422906" y="4684633"/>
                </a:cubicBezTo>
                <a:cubicBezTo>
                  <a:pt x="749397" y="5464539"/>
                  <a:pt x="1315672" y="6134917"/>
                  <a:pt x="2023123" y="6580892"/>
                </a:cubicBezTo>
                <a:cubicBezTo>
                  <a:pt x="2134875" y="6653280"/>
                  <a:pt x="2249132" y="6717800"/>
                  <a:pt x="2365892" y="6775081"/>
                </a:cubicBezTo>
                <a:lnTo>
                  <a:pt x="2288574" y="6775081"/>
                </a:lnTo>
                <a:cubicBezTo>
                  <a:pt x="2193412" y="6725668"/>
                  <a:pt x="2097937" y="6670905"/>
                  <a:pt x="2005280" y="6611106"/>
                </a:cubicBezTo>
                <a:cubicBezTo>
                  <a:pt x="1290316" y="6162928"/>
                  <a:pt x="718720" y="5485940"/>
                  <a:pt x="391289" y="4698796"/>
                </a:cubicBezTo>
                <a:cubicBezTo>
                  <a:pt x="74815" y="3948161"/>
                  <a:pt x="14087" y="3170774"/>
                  <a:pt x="186567" y="2488750"/>
                </a:cubicBezTo>
                <a:cubicBezTo>
                  <a:pt x="340265" y="1875338"/>
                  <a:pt x="669261" y="1377748"/>
                  <a:pt x="1106253" y="1037208"/>
                </a:cubicBezTo>
                <a:cubicBezTo>
                  <a:pt x="1441784" y="773935"/>
                  <a:pt x="1835793" y="606807"/>
                  <a:pt x="2248855" y="534350"/>
                </a:cubicBezTo>
                <a:lnTo>
                  <a:pt x="2412175" y="511182"/>
                </a:lnTo>
                <a:lnTo>
                  <a:pt x="2413618" y="512520"/>
                </a:lnTo>
                <a:lnTo>
                  <a:pt x="2414296" y="510881"/>
                </a:lnTo>
                <a:lnTo>
                  <a:pt x="2412175" y="511182"/>
                </a:lnTo>
                <a:close/>
                <a:moveTo>
                  <a:pt x="2706471" y="194042"/>
                </a:moveTo>
                <a:cubicBezTo>
                  <a:pt x="2750921" y="222053"/>
                  <a:pt x="2814466" y="248490"/>
                  <a:pt x="2862673" y="266430"/>
                </a:cubicBezTo>
                <a:cubicBezTo>
                  <a:pt x="2825735" y="277760"/>
                  <a:pt x="2782537" y="298218"/>
                  <a:pt x="2760938" y="319620"/>
                </a:cubicBezTo>
                <a:cubicBezTo>
                  <a:pt x="2760581" y="302321"/>
                  <a:pt x="2760225" y="285023"/>
                  <a:pt x="2759868" y="267724"/>
                </a:cubicBezTo>
                <a:lnTo>
                  <a:pt x="2759125" y="267416"/>
                </a:lnTo>
                <a:lnTo>
                  <a:pt x="2758932" y="266947"/>
                </a:lnTo>
                <a:lnTo>
                  <a:pt x="2609322" y="259473"/>
                </a:lnTo>
                <a:cubicBezTo>
                  <a:pt x="2225508" y="250054"/>
                  <a:pt x="1842112" y="308919"/>
                  <a:pt x="1482204" y="436700"/>
                </a:cubicBezTo>
                <a:cubicBezTo>
                  <a:pt x="1019857" y="600360"/>
                  <a:pt x="590691" y="881101"/>
                  <a:pt x="255121" y="1277348"/>
                </a:cubicBezTo>
                <a:cubicBezTo>
                  <a:pt x="163716" y="1385301"/>
                  <a:pt x="78884" y="1502067"/>
                  <a:pt x="1252" y="1625441"/>
                </a:cubicBezTo>
                <a:lnTo>
                  <a:pt x="1252" y="1573196"/>
                </a:lnTo>
                <a:cubicBezTo>
                  <a:pt x="72310" y="1465243"/>
                  <a:pt x="148690" y="1362326"/>
                  <a:pt x="231017" y="1266018"/>
                </a:cubicBezTo>
                <a:cubicBezTo>
                  <a:pt x="570343" y="867253"/>
                  <a:pt x="1003266" y="586512"/>
                  <a:pt x="1468118" y="422537"/>
                </a:cubicBezTo>
                <a:cubicBezTo>
                  <a:pt x="1778723" y="313010"/>
                  <a:pt x="2106409" y="254293"/>
                  <a:pt x="2436647" y="246253"/>
                </a:cubicBezTo>
                <a:cubicBezTo>
                  <a:pt x="2491687" y="244913"/>
                  <a:pt x="2546797" y="244980"/>
                  <a:pt x="2601914" y="246455"/>
                </a:cubicBezTo>
                <a:lnTo>
                  <a:pt x="2756112" y="254520"/>
                </a:lnTo>
                <a:cubicBezTo>
                  <a:pt x="2756181" y="254607"/>
                  <a:pt x="2756253" y="254693"/>
                  <a:pt x="2756326" y="254780"/>
                </a:cubicBezTo>
                <a:cubicBezTo>
                  <a:pt x="2756358" y="254699"/>
                  <a:pt x="2756392" y="254618"/>
                  <a:pt x="2756425" y="254537"/>
                </a:cubicBezTo>
                <a:lnTo>
                  <a:pt x="2756112" y="254520"/>
                </a:lnTo>
                <a:close/>
                <a:moveTo>
                  <a:pt x="1577366" y="148405"/>
                </a:moveTo>
                <a:cubicBezTo>
                  <a:pt x="1635903" y="167289"/>
                  <a:pt x="1713221" y="181452"/>
                  <a:pt x="1770506" y="186488"/>
                </a:cubicBezTo>
                <a:cubicBezTo>
                  <a:pt x="1737325" y="211667"/>
                  <a:pt x="1701952" y="250064"/>
                  <a:pt x="1689118" y="285314"/>
                </a:cubicBezTo>
                <a:lnTo>
                  <a:pt x="1664706" y="219678"/>
                </a:lnTo>
                <a:lnTo>
                  <a:pt x="1668138" y="218818"/>
                </a:lnTo>
                <a:lnTo>
                  <a:pt x="1502526" y="260304"/>
                </a:lnTo>
                <a:cubicBezTo>
                  <a:pt x="1089819" y="376188"/>
                  <a:pt x="694578" y="575536"/>
                  <a:pt x="356856" y="855608"/>
                </a:cubicBezTo>
                <a:cubicBezTo>
                  <a:pt x="231017" y="958525"/>
                  <a:pt x="111752" y="1074031"/>
                  <a:pt x="1252" y="1201183"/>
                </a:cubicBezTo>
                <a:lnTo>
                  <a:pt x="1252" y="1161842"/>
                </a:lnTo>
                <a:cubicBezTo>
                  <a:pt x="105492" y="1046335"/>
                  <a:pt x="217244" y="939641"/>
                  <a:pt x="335257" y="843018"/>
                </a:cubicBezTo>
                <a:cubicBezTo>
                  <a:pt x="676539" y="561845"/>
                  <a:pt x="1075102" y="362359"/>
                  <a:pt x="1490051" y="246248"/>
                </a:cubicBezTo>
                <a:lnTo>
                  <a:pt x="1654245" y="205224"/>
                </a:lnTo>
                <a:lnTo>
                  <a:pt x="1655226" y="205949"/>
                </a:lnTo>
                <a:lnTo>
                  <a:pt x="1654969" y="205329"/>
                </a:lnTo>
                <a:lnTo>
                  <a:pt x="1655101" y="205010"/>
                </a:lnTo>
                <a:lnTo>
                  <a:pt x="1654245" y="205224"/>
                </a:lnTo>
                <a:close/>
                <a:moveTo>
                  <a:pt x="2251163" y="137"/>
                </a:moveTo>
                <a:cubicBezTo>
                  <a:pt x="2616452" y="-2965"/>
                  <a:pt x="2984449" y="47022"/>
                  <a:pt x="3337589" y="142529"/>
                </a:cubicBezTo>
                <a:lnTo>
                  <a:pt x="3500697" y="190472"/>
                </a:lnTo>
                <a:lnTo>
                  <a:pt x="3500819" y="190693"/>
                </a:lnTo>
                <a:cubicBezTo>
                  <a:pt x="3500842" y="190638"/>
                  <a:pt x="3500864" y="190583"/>
                  <a:pt x="3500887" y="190528"/>
                </a:cubicBezTo>
                <a:lnTo>
                  <a:pt x="3500697" y="190472"/>
                </a:lnTo>
                <a:lnTo>
                  <a:pt x="3470893" y="136760"/>
                </a:lnTo>
                <a:cubicBezTo>
                  <a:pt x="3505327" y="167289"/>
                  <a:pt x="3556038" y="202854"/>
                  <a:pt x="3596732" y="225829"/>
                </a:cubicBezTo>
                <a:cubicBezTo>
                  <a:pt x="3561046" y="225829"/>
                  <a:pt x="3516596" y="229606"/>
                  <a:pt x="3489988" y="242196"/>
                </a:cubicBezTo>
                <a:lnTo>
                  <a:pt x="3502515" y="201613"/>
                </a:lnTo>
                <a:lnTo>
                  <a:pt x="3340978" y="154278"/>
                </a:lnTo>
                <a:cubicBezTo>
                  <a:pt x="2930934" y="43713"/>
                  <a:pt x="2499948" y="-5616"/>
                  <a:pt x="2077590" y="19995"/>
                </a:cubicBezTo>
                <a:cubicBezTo>
                  <a:pt x="1532915" y="51783"/>
                  <a:pt x="985423" y="207890"/>
                  <a:pt x="503042" y="494925"/>
                </a:cubicBezTo>
                <a:cubicBezTo>
                  <a:pt x="326492" y="599101"/>
                  <a:pt x="157455" y="721217"/>
                  <a:pt x="1252" y="860643"/>
                </a:cubicBezTo>
                <a:lnTo>
                  <a:pt x="1252" y="826338"/>
                </a:lnTo>
                <a:cubicBezTo>
                  <a:pt x="153699" y="694465"/>
                  <a:pt x="314910" y="578958"/>
                  <a:pt x="483947" y="479818"/>
                </a:cubicBezTo>
                <a:cubicBezTo>
                  <a:pt x="970398" y="192783"/>
                  <a:pt x="1521333" y="36676"/>
                  <a:pt x="2068825" y="6147"/>
                </a:cubicBezTo>
                <a:cubicBezTo>
                  <a:pt x="2129475" y="2645"/>
                  <a:pt x="2190281" y="654"/>
                  <a:pt x="2251163" y="137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49AB93"/>
              </a:gs>
            </a:gsLst>
            <a:lin ang="5400000" scaled="0"/>
          </a:gradFill>
          <a:ln>
            <a:noFill/>
          </a:ln>
        </p:spPr>
        <p:txBody>
          <a:bodyPr anchorCtr="0" anchor="ctr" bIns="28575" lIns="28575" spcFirstLastPara="1" rIns="28575" wrap="square" tIns="2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1"/>
          <p:cNvSpPr/>
          <p:nvPr>
            <p:ph idx="2" type="pic"/>
          </p:nvPr>
        </p:nvSpPr>
        <p:spPr>
          <a:xfrm>
            <a:off x="4911977" y="1185058"/>
            <a:ext cx="2829900" cy="2886600"/>
          </a:xfrm>
          <a:prstGeom prst="rect">
            <a:avLst/>
          </a:prstGeom>
          <a:noFill/>
          <a:ln>
            <a:noFill/>
          </a:ln>
        </p:spPr>
      </p:sp>
      <p:sp>
        <p:nvSpPr>
          <p:cNvPr id="19" name="Google Shape;19;p11"/>
          <p:cNvSpPr txBox="1"/>
          <p:nvPr>
            <p:ph type="title"/>
          </p:nvPr>
        </p:nvSpPr>
        <p:spPr>
          <a:xfrm>
            <a:off x="623888" y="1282303"/>
            <a:ext cx="3330600" cy="2139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" type="body"/>
          </p:nvPr>
        </p:nvSpPr>
        <p:spPr>
          <a:xfrm>
            <a:off x="623888" y="3442097"/>
            <a:ext cx="3330600" cy="11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939393"/>
              </a:buClr>
              <a:buSzPts val="1800"/>
              <a:buNone/>
              <a:defRPr sz="1800">
                <a:solidFill>
                  <a:srgbClr val="939393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500"/>
              <a:buNone/>
              <a:defRPr sz="1500">
                <a:solidFill>
                  <a:srgbClr val="939393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400"/>
              <a:buNone/>
              <a:defRPr sz="1400">
                <a:solidFill>
                  <a:srgbClr val="939393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9pPr>
          </a:lstStyle>
          <a:p/>
        </p:txBody>
      </p:sp>
      <p:sp>
        <p:nvSpPr>
          <p:cNvPr id="21" name="Google Shape;21;p11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Google Shape;22;p11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3" name="Google Shape;23;p11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1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800"/>
              <a:buChar char="•"/>
              <a:defRPr/>
            </a:lvl2pPr>
            <a:lvl3pPr indent="-32385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5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27" name="Google Shape;27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>
  <p:cSld name="Title and Content 1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3"/>
          <p:cNvSpPr txBox="1"/>
          <p:nvPr>
            <p:ph type="title"/>
          </p:nvPr>
        </p:nvSpPr>
        <p:spPr>
          <a:xfrm>
            <a:off x="1077685" y="273844"/>
            <a:ext cx="7437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0" name="Google Shape;30;p13"/>
          <p:cNvSpPr txBox="1"/>
          <p:nvPr>
            <p:ph idx="1" type="body"/>
          </p:nvPr>
        </p:nvSpPr>
        <p:spPr>
          <a:xfrm>
            <a:off x="1077685" y="1369219"/>
            <a:ext cx="74376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3" name="Google Shape;33;p1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4" name="Google Shape;34;p13"/>
          <p:cNvSpPr/>
          <p:nvPr/>
        </p:nvSpPr>
        <p:spPr>
          <a:xfrm>
            <a:off x="0" y="-8576"/>
            <a:ext cx="8244828" cy="5152054"/>
          </a:xfrm>
          <a:custGeom>
            <a:rect b="b" l="l" r="r" t="t"/>
            <a:pathLst>
              <a:path extrusionOk="0" h="21445" w="21600">
                <a:moveTo>
                  <a:pt x="20500" y="20402"/>
                </a:moveTo>
                <a:cubicBezTo>
                  <a:pt x="20422" y="20406"/>
                  <a:pt x="20347" y="20410"/>
                  <a:pt x="20270" y="20414"/>
                </a:cubicBezTo>
                <a:cubicBezTo>
                  <a:pt x="20367" y="20244"/>
                  <a:pt x="20455" y="19923"/>
                  <a:pt x="20502" y="19653"/>
                </a:cubicBezTo>
                <a:cubicBezTo>
                  <a:pt x="20572" y="20002"/>
                  <a:pt x="20682" y="20454"/>
                  <a:pt x="20796" y="20763"/>
                </a:cubicBezTo>
                <a:cubicBezTo>
                  <a:pt x="20717" y="20656"/>
                  <a:pt x="20637" y="20545"/>
                  <a:pt x="20557" y="20438"/>
                </a:cubicBezTo>
                <a:cubicBezTo>
                  <a:pt x="20567" y="20775"/>
                  <a:pt x="20574" y="21108"/>
                  <a:pt x="20574" y="21441"/>
                </a:cubicBezTo>
                <a:lnTo>
                  <a:pt x="20519" y="21441"/>
                </a:lnTo>
                <a:cubicBezTo>
                  <a:pt x="20515" y="21096"/>
                  <a:pt x="20510" y="20751"/>
                  <a:pt x="20500" y="20402"/>
                </a:cubicBezTo>
                <a:close/>
                <a:moveTo>
                  <a:pt x="18890" y="21445"/>
                </a:moveTo>
                <a:lnTo>
                  <a:pt x="18952" y="21445"/>
                </a:lnTo>
                <a:cubicBezTo>
                  <a:pt x="19005" y="20688"/>
                  <a:pt x="19025" y="19919"/>
                  <a:pt x="19007" y="19145"/>
                </a:cubicBezTo>
                <a:cubicBezTo>
                  <a:pt x="19090" y="19252"/>
                  <a:pt x="19174" y="19363"/>
                  <a:pt x="19257" y="19471"/>
                </a:cubicBezTo>
                <a:cubicBezTo>
                  <a:pt x="19142" y="19157"/>
                  <a:pt x="19027" y="18701"/>
                  <a:pt x="18957" y="18352"/>
                </a:cubicBezTo>
                <a:cubicBezTo>
                  <a:pt x="18905" y="18626"/>
                  <a:pt x="18810" y="18951"/>
                  <a:pt x="18708" y="19130"/>
                </a:cubicBezTo>
                <a:cubicBezTo>
                  <a:pt x="18790" y="19122"/>
                  <a:pt x="18870" y="19118"/>
                  <a:pt x="18950" y="19110"/>
                </a:cubicBezTo>
                <a:cubicBezTo>
                  <a:pt x="18967" y="19895"/>
                  <a:pt x="18947" y="20676"/>
                  <a:pt x="18890" y="21445"/>
                </a:cubicBezTo>
                <a:close/>
                <a:moveTo>
                  <a:pt x="0" y="21445"/>
                </a:moveTo>
                <a:lnTo>
                  <a:pt x="0" y="21445"/>
                </a:lnTo>
                <a:cubicBezTo>
                  <a:pt x="0" y="21445"/>
                  <a:pt x="0" y="21441"/>
                  <a:pt x="0" y="21445"/>
                </a:cubicBezTo>
                <a:lnTo>
                  <a:pt x="0" y="21445"/>
                </a:lnTo>
                <a:close/>
                <a:moveTo>
                  <a:pt x="19726" y="16338"/>
                </a:moveTo>
                <a:cubicBezTo>
                  <a:pt x="19706" y="16620"/>
                  <a:pt x="19656" y="16965"/>
                  <a:pt x="19581" y="17163"/>
                </a:cubicBezTo>
                <a:cubicBezTo>
                  <a:pt x="19651" y="17135"/>
                  <a:pt x="19718" y="17108"/>
                  <a:pt x="19788" y="17076"/>
                </a:cubicBezTo>
                <a:cubicBezTo>
                  <a:pt x="19953" y="18527"/>
                  <a:pt x="20025" y="19998"/>
                  <a:pt x="19995" y="21441"/>
                </a:cubicBezTo>
                <a:lnTo>
                  <a:pt x="20053" y="21441"/>
                </a:lnTo>
                <a:cubicBezTo>
                  <a:pt x="20080" y="20002"/>
                  <a:pt x="20008" y="18539"/>
                  <a:pt x="19841" y="17096"/>
                </a:cubicBezTo>
                <a:cubicBezTo>
                  <a:pt x="19921" y="17179"/>
                  <a:pt x="20003" y="17258"/>
                  <a:pt x="20083" y="17341"/>
                </a:cubicBezTo>
                <a:cubicBezTo>
                  <a:pt x="19956" y="17076"/>
                  <a:pt x="19816" y="16664"/>
                  <a:pt x="19726" y="16338"/>
                </a:cubicBezTo>
                <a:close/>
                <a:moveTo>
                  <a:pt x="5679" y="273"/>
                </a:moveTo>
                <a:cubicBezTo>
                  <a:pt x="4020" y="737"/>
                  <a:pt x="2483" y="2081"/>
                  <a:pt x="1397" y="4167"/>
                </a:cubicBezTo>
                <a:cubicBezTo>
                  <a:pt x="781" y="5332"/>
                  <a:pt x="307" y="6744"/>
                  <a:pt x="0" y="8326"/>
                </a:cubicBezTo>
                <a:lnTo>
                  <a:pt x="0" y="8972"/>
                </a:lnTo>
                <a:cubicBezTo>
                  <a:pt x="289" y="7164"/>
                  <a:pt x="799" y="5554"/>
                  <a:pt x="1480" y="4254"/>
                </a:cubicBezTo>
                <a:cubicBezTo>
                  <a:pt x="2553" y="2180"/>
                  <a:pt x="4075" y="844"/>
                  <a:pt x="5717" y="380"/>
                </a:cubicBezTo>
                <a:cubicBezTo>
                  <a:pt x="7212" y="-48"/>
                  <a:pt x="8799" y="222"/>
                  <a:pt x="10336" y="1094"/>
                </a:cubicBezTo>
                <a:cubicBezTo>
                  <a:pt x="10303" y="1201"/>
                  <a:pt x="10273" y="1312"/>
                  <a:pt x="10241" y="1419"/>
                </a:cubicBezTo>
                <a:cubicBezTo>
                  <a:pt x="10381" y="1328"/>
                  <a:pt x="10605" y="1300"/>
                  <a:pt x="10785" y="1308"/>
                </a:cubicBezTo>
                <a:cubicBezTo>
                  <a:pt x="10603" y="1110"/>
                  <a:pt x="10373" y="816"/>
                  <a:pt x="10229" y="563"/>
                </a:cubicBezTo>
                <a:cubicBezTo>
                  <a:pt x="10263" y="709"/>
                  <a:pt x="10298" y="856"/>
                  <a:pt x="10333" y="1003"/>
                </a:cubicBezTo>
                <a:cubicBezTo>
                  <a:pt x="8786" y="119"/>
                  <a:pt x="7187" y="-155"/>
                  <a:pt x="5679" y="273"/>
                </a:cubicBezTo>
                <a:close/>
                <a:moveTo>
                  <a:pt x="18296" y="21445"/>
                </a:moveTo>
                <a:lnTo>
                  <a:pt x="18363" y="21445"/>
                </a:lnTo>
                <a:cubicBezTo>
                  <a:pt x="18523" y="19871"/>
                  <a:pt x="18516" y="18218"/>
                  <a:pt x="18356" y="16556"/>
                </a:cubicBezTo>
                <a:cubicBezTo>
                  <a:pt x="18441" y="16644"/>
                  <a:pt x="18526" y="16727"/>
                  <a:pt x="18611" y="16814"/>
                </a:cubicBezTo>
                <a:cubicBezTo>
                  <a:pt x="18481" y="16537"/>
                  <a:pt x="18341" y="16112"/>
                  <a:pt x="18251" y="15779"/>
                </a:cubicBezTo>
                <a:cubicBezTo>
                  <a:pt x="18224" y="16069"/>
                  <a:pt x="18161" y="16418"/>
                  <a:pt x="18077" y="16620"/>
                </a:cubicBezTo>
                <a:cubicBezTo>
                  <a:pt x="18151" y="16592"/>
                  <a:pt x="18226" y="16564"/>
                  <a:pt x="18299" y="16537"/>
                </a:cubicBezTo>
                <a:cubicBezTo>
                  <a:pt x="18461" y="18206"/>
                  <a:pt x="18463" y="19863"/>
                  <a:pt x="18296" y="21445"/>
                </a:cubicBezTo>
                <a:close/>
                <a:moveTo>
                  <a:pt x="1597" y="1891"/>
                </a:moveTo>
                <a:cubicBezTo>
                  <a:pt x="986" y="2668"/>
                  <a:pt x="447" y="3600"/>
                  <a:pt x="0" y="4670"/>
                </a:cubicBezTo>
                <a:lnTo>
                  <a:pt x="0" y="4979"/>
                </a:lnTo>
                <a:cubicBezTo>
                  <a:pt x="459" y="3822"/>
                  <a:pt x="1023" y="2815"/>
                  <a:pt x="1669" y="1990"/>
                </a:cubicBezTo>
                <a:cubicBezTo>
                  <a:pt x="2348" y="1122"/>
                  <a:pt x="3112" y="456"/>
                  <a:pt x="3925" y="0"/>
                </a:cubicBezTo>
                <a:lnTo>
                  <a:pt x="3691" y="0"/>
                </a:lnTo>
                <a:cubicBezTo>
                  <a:pt x="2937" y="452"/>
                  <a:pt x="2231" y="1082"/>
                  <a:pt x="1597" y="1891"/>
                </a:cubicBezTo>
                <a:close/>
                <a:moveTo>
                  <a:pt x="21263" y="17984"/>
                </a:moveTo>
                <a:cubicBezTo>
                  <a:pt x="21241" y="18257"/>
                  <a:pt x="21188" y="18590"/>
                  <a:pt x="21116" y="18777"/>
                </a:cubicBezTo>
                <a:cubicBezTo>
                  <a:pt x="21183" y="18757"/>
                  <a:pt x="21248" y="18733"/>
                  <a:pt x="21316" y="18713"/>
                </a:cubicBezTo>
                <a:cubicBezTo>
                  <a:pt x="21408" y="19621"/>
                  <a:pt x="21470" y="20533"/>
                  <a:pt x="21503" y="21445"/>
                </a:cubicBezTo>
                <a:lnTo>
                  <a:pt x="21555" y="21445"/>
                </a:lnTo>
                <a:cubicBezTo>
                  <a:pt x="21523" y="20541"/>
                  <a:pt x="21460" y="19633"/>
                  <a:pt x="21368" y="18737"/>
                </a:cubicBezTo>
                <a:cubicBezTo>
                  <a:pt x="21445" y="18824"/>
                  <a:pt x="21523" y="18912"/>
                  <a:pt x="21600" y="18999"/>
                </a:cubicBezTo>
                <a:cubicBezTo>
                  <a:pt x="21478" y="18721"/>
                  <a:pt x="21348" y="18305"/>
                  <a:pt x="21263" y="17984"/>
                </a:cubicBezTo>
                <a:close/>
                <a:moveTo>
                  <a:pt x="0" y="388"/>
                </a:moveTo>
                <a:lnTo>
                  <a:pt x="0" y="582"/>
                </a:lnTo>
                <a:cubicBezTo>
                  <a:pt x="162" y="380"/>
                  <a:pt x="327" y="186"/>
                  <a:pt x="497" y="0"/>
                </a:cubicBezTo>
                <a:lnTo>
                  <a:pt x="332" y="0"/>
                </a:lnTo>
                <a:cubicBezTo>
                  <a:pt x="220" y="123"/>
                  <a:pt x="110" y="253"/>
                  <a:pt x="0" y="388"/>
                </a:cubicBezTo>
                <a:close/>
                <a:moveTo>
                  <a:pt x="19077" y="16834"/>
                </a:moveTo>
                <a:cubicBezTo>
                  <a:pt x="19147" y="16802"/>
                  <a:pt x="19217" y="16771"/>
                  <a:pt x="19287" y="16743"/>
                </a:cubicBezTo>
                <a:cubicBezTo>
                  <a:pt x="19469" y="18313"/>
                  <a:pt x="19524" y="19899"/>
                  <a:pt x="19451" y="21445"/>
                </a:cubicBezTo>
                <a:lnTo>
                  <a:pt x="19514" y="21445"/>
                </a:lnTo>
                <a:cubicBezTo>
                  <a:pt x="19581" y="19887"/>
                  <a:pt x="19521" y="18305"/>
                  <a:pt x="19339" y="16763"/>
                </a:cubicBezTo>
                <a:cubicBezTo>
                  <a:pt x="19422" y="16842"/>
                  <a:pt x="19504" y="16925"/>
                  <a:pt x="19586" y="17004"/>
                </a:cubicBezTo>
                <a:cubicBezTo>
                  <a:pt x="19456" y="16735"/>
                  <a:pt x="19314" y="16323"/>
                  <a:pt x="19222" y="15997"/>
                </a:cubicBezTo>
                <a:cubicBezTo>
                  <a:pt x="19202" y="16283"/>
                  <a:pt x="19152" y="16628"/>
                  <a:pt x="19077" y="16834"/>
                </a:cubicBezTo>
                <a:close/>
                <a:moveTo>
                  <a:pt x="1420" y="614"/>
                </a:moveTo>
                <a:cubicBezTo>
                  <a:pt x="1487" y="789"/>
                  <a:pt x="1555" y="967"/>
                  <a:pt x="1622" y="1141"/>
                </a:cubicBezTo>
                <a:cubicBezTo>
                  <a:pt x="1624" y="808"/>
                  <a:pt x="1714" y="400"/>
                  <a:pt x="1817" y="119"/>
                </a:cubicBezTo>
                <a:cubicBezTo>
                  <a:pt x="1570" y="194"/>
                  <a:pt x="1225" y="238"/>
                  <a:pt x="956" y="186"/>
                </a:cubicBezTo>
                <a:cubicBezTo>
                  <a:pt x="1088" y="297"/>
                  <a:pt x="1220" y="408"/>
                  <a:pt x="1352" y="515"/>
                </a:cubicBezTo>
                <a:cubicBezTo>
                  <a:pt x="868" y="1026"/>
                  <a:pt x="414" y="1621"/>
                  <a:pt x="2" y="2299"/>
                </a:cubicBezTo>
                <a:lnTo>
                  <a:pt x="2" y="2533"/>
                </a:lnTo>
                <a:cubicBezTo>
                  <a:pt x="432" y="1800"/>
                  <a:pt x="908" y="1157"/>
                  <a:pt x="1420" y="614"/>
                </a:cubicBezTo>
                <a:close/>
                <a:moveTo>
                  <a:pt x="0" y="17139"/>
                </a:moveTo>
                <a:cubicBezTo>
                  <a:pt x="255" y="18602"/>
                  <a:pt x="626" y="20053"/>
                  <a:pt x="1108" y="21441"/>
                </a:cubicBezTo>
                <a:lnTo>
                  <a:pt x="1243" y="21441"/>
                </a:lnTo>
                <a:cubicBezTo>
                  <a:pt x="671" y="19815"/>
                  <a:pt x="252" y="18103"/>
                  <a:pt x="0" y="16382"/>
                </a:cubicBezTo>
                <a:lnTo>
                  <a:pt x="0" y="17139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49AB93"/>
              </a:gs>
            </a:gsLst>
            <a:lin ang="5400000" scaled="0"/>
          </a:gradFill>
          <a:ln>
            <a:noFill/>
          </a:ln>
        </p:spPr>
        <p:txBody>
          <a:bodyPr anchorCtr="0" anchor="ctr" bIns="28575" lIns="28575" spcFirstLastPara="1" rIns="28575" wrap="square" tIns="2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2">
  <p:cSld name="Title and Content 2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4"/>
          <p:cNvSpPr/>
          <p:nvPr/>
        </p:nvSpPr>
        <p:spPr>
          <a:xfrm>
            <a:off x="7043738" y="523875"/>
            <a:ext cx="2100263" cy="4619625"/>
          </a:xfrm>
          <a:custGeom>
            <a:rect b="b" l="l" r="r" t="t"/>
            <a:pathLst>
              <a:path extrusionOk="0" h="6159500" w="2800350">
                <a:moveTo>
                  <a:pt x="294685" y="5318843"/>
                </a:moveTo>
                <a:cubicBezTo>
                  <a:pt x="354322" y="5369601"/>
                  <a:pt x="441963" y="5419220"/>
                  <a:pt x="514305" y="5426634"/>
                </a:cubicBezTo>
                <a:cubicBezTo>
                  <a:pt x="475023" y="5453439"/>
                  <a:pt x="435610" y="5481385"/>
                  <a:pt x="397494" y="5507905"/>
                </a:cubicBezTo>
                <a:cubicBezTo>
                  <a:pt x="499137" y="5730331"/>
                  <a:pt x="612188" y="5947340"/>
                  <a:pt x="737815" y="6158074"/>
                </a:cubicBezTo>
                <a:lnTo>
                  <a:pt x="694643" y="6158074"/>
                </a:lnTo>
                <a:cubicBezTo>
                  <a:pt x="576535" y="5957606"/>
                  <a:pt x="469837" y="5750578"/>
                  <a:pt x="374677" y="5538417"/>
                </a:cubicBezTo>
                <a:cubicBezTo>
                  <a:pt x="350563" y="5595735"/>
                  <a:pt x="323856" y="5653908"/>
                  <a:pt x="298445" y="5712366"/>
                </a:cubicBezTo>
                <a:cubicBezTo>
                  <a:pt x="312447" y="5590602"/>
                  <a:pt x="307391" y="5431767"/>
                  <a:pt x="294685" y="5318843"/>
                </a:cubicBezTo>
                <a:close/>
                <a:moveTo>
                  <a:pt x="623597" y="4603656"/>
                </a:moveTo>
                <a:cubicBezTo>
                  <a:pt x="683234" y="4653274"/>
                  <a:pt x="769578" y="4701467"/>
                  <a:pt x="842050" y="4710307"/>
                </a:cubicBezTo>
                <a:cubicBezTo>
                  <a:pt x="802638" y="4735686"/>
                  <a:pt x="764522" y="4761351"/>
                  <a:pt x="725109" y="4786730"/>
                </a:cubicBezTo>
                <a:cubicBezTo>
                  <a:pt x="953805" y="5282057"/>
                  <a:pt x="1254713" y="5746871"/>
                  <a:pt x="1621740" y="6158360"/>
                </a:cubicBezTo>
                <a:lnTo>
                  <a:pt x="1565863" y="6158360"/>
                </a:lnTo>
                <a:cubicBezTo>
                  <a:pt x="1214133" y="5754285"/>
                  <a:pt x="923338" y="5298311"/>
                  <a:pt x="702292" y="4815817"/>
                </a:cubicBezTo>
                <a:cubicBezTo>
                  <a:pt x="676881" y="4871708"/>
                  <a:pt x="650304" y="4926460"/>
                  <a:pt x="624893" y="4982066"/>
                </a:cubicBezTo>
                <a:cubicBezTo>
                  <a:pt x="640062" y="4864009"/>
                  <a:pt x="636302" y="4712873"/>
                  <a:pt x="623597" y="4603656"/>
                </a:cubicBezTo>
                <a:close/>
                <a:moveTo>
                  <a:pt x="59637" y="3568803"/>
                </a:moveTo>
                <a:cubicBezTo>
                  <a:pt x="99050" y="3629543"/>
                  <a:pt x="159983" y="3695700"/>
                  <a:pt x="217157" y="3722220"/>
                </a:cubicBezTo>
                <a:cubicBezTo>
                  <a:pt x="181634" y="3735052"/>
                  <a:pt x="146111" y="3749025"/>
                  <a:pt x="110458" y="3761858"/>
                </a:cubicBezTo>
                <a:lnTo>
                  <a:pt x="110096" y="3760182"/>
                </a:lnTo>
                <a:lnTo>
                  <a:pt x="109423" y="3762253"/>
                </a:lnTo>
                <a:lnTo>
                  <a:pt x="110458" y="3761858"/>
                </a:lnTo>
                <a:cubicBezTo>
                  <a:pt x="284443" y="4615063"/>
                  <a:pt x="631246" y="5431767"/>
                  <a:pt x="1142958" y="6145527"/>
                </a:cubicBezTo>
                <a:cubicBezTo>
                  <a:pt x="1146847" y="6150660"/>
                  <a:pt x="1149310" y="6154367"/>
                  <a:pt x="1153200" y="6159500"/>
                </a:cubicBezTo>
                <a:lnTo>
                  <a:pt x="1104842" y="6159500"/>
                </a:lnTo>
                <a:cubicBezTo>
                  <a:pt x="601946" y="5447165"/>
                  <a:pt x="259033" y="4631602"/>
                  <a:pt x="87641" y="3782104"/>
                </a:cubicBezTo>
                <a:lnTo>
                  <a:pt x="88874" y="3780226"/>
                </a:lnTo>
                <a:lnTo>
                  <a:pt x="88107" y="3780631"/>
                </a:lnTo>
                <a:lnTo>
                  <a:pt x="87221" y="3780163"/>
                </a:lnTo>
                <a:lnTo>
                  <a:pt x="87641" y="3782104"/>
                </a:lnTo>
                <a:cubicBezTo>
                  <a:pt x="58471" y="3826589"/>
                  <a:pt x="29171" y="3869649"/>
                  <a:pt x="0" y="3912994"/>
                </a:cubicBezTo>
                <a:cubicBezTo>
                  <a:pt x="31763" y="3810050"/>
                  <a:pt x="52118" y="3671461"/>
                  <a:pt x="59637" y="3568803"/>
                </a:cubicBezTo>
                <a:close/>
                <a:moveTo>
                  <a:pt x="346673" y="2057444"/>
                </a:moveTo>
                <a:cubicBezTo>
                  <a:pt x="373380" y="2122176"/>
                  <a:pt x="416552" y="2198314"/>
                  <a:pt x="462317" y="2235100"/>
                </a:cubicBezTo>
                <a:cubicBezTo>
                  <a:pt x="429258" y="2239092"/>
                  <a:pt x="397494" y="2244226"/>
                  <a:pt x="365731" y="2247932"/>
                </a:cubicBezTo>
                <a:cubicBezTo>
                  <a:pt x="398791" y="3009885"/>
                  <a:pt x="577832" y="3780678"/>
                  <a:pt x="909336" y="4479326"/>
                </a:cubicBezTo>
                <a:cubicBezTo>
                  <a:pt x="1212837" y="5120655"/>
                  <a:pt x="1643391" y="5698393"/>
                  <a:pt x="2179346" y="6158360"/>
                </a:cubicBezTo>
                <a:lnTo>
                  <a:pt x="2112060" y="6158360"/>
                </a:lnTo>
                <a:cubicBezTo>
                  <a:pt x="1596329" y="5700960"/>
                  <a:pt x="1181074" y="5132061"/>
                  <a:pt x="886518" y="4507271"/>
                </a:cubicBezTo>
                <a:cubicBezTo>
                  <a:pt x="555014" y="3803777"/>
                  <a:pt x="374677" y="3027565"/>
                  <a:pt x="342913" y="2260480"/>
                </a:cubicBezTo>
                <a:cubicBezTo>
                  <a:pt x="312447" y="2293559"/>
                  <a:pt x="280683" y="2327778"/>
                  <a:pt x="250217" y="2360857"/>
                </a:cubicBezTo>
                <a:cubicBezTo>
                  <a:pt x="290796" y="2274453"/>
                  <a:pt x="326448" y="2150122"/>
                  <a:pt x="346673" y="2057444"/>
                </a:cubicBezTo>
                <a:close/>
                <a:moveTo>
                  <a:pt x="748057" y="1527898"/>
                </a:moveTo>
                <a:cubicBezTo>
                  <a:pt x="772171" y="1593771"/>
                  <a:pt x="814046" y="1671335"/>
                  <a:pt x="858515" y="1710687"/>
                </a:cubicBezTo>
                <a:cubicBezTo>
                  <a:pt x="826752" y="1713254"/>
                  <a:pt x="793692" y="1715820"/>
                  <a:pt x="762058" y="1716961"/>
                </a:cubicBezTo>
                <a:cubicBezTo>
                  <a:pt x="774634" y="2450968"/>
                  <a:pt x="939803" y="3172428"/>
                  <a:pt x="1249656" y="3817749"/>
                </a:cubicBezTo>
                <a:cubicBezTo>
                  <a:pt x="1592570" y="4531225"/>
                  <a:pt x="2115820" y="5158867"/>
                  <a:pt x="2800350" y="5591743"/>
                </a:cubicBezTo>
                <a:lnTo>
                  <a:pt x="2800350" y="5646494"/>
                </a:lnTo>
                <a:cubicBezTo>
                  <a:pt x="2103115" y="5208200"/>
                  <a:pt x="1572215" y="4570863"/>
                  <a:pt x="1226839" y="3845695"/>
                </a:cubicBezTo>
                <a:cubicBezTo>
                  <a:pt x="916985" y="3195241"/>
                  <a:pt x="751816" y="2468933"/>
                  <a:pt x="740408" y="1729793"/>
                </a:cubicBezTo>
                <a:cubicBezTo>
                  <a:pt x="707348" y="1761446"/>
                  <a:pt x="675585" y="1793099"/>
                  <a:pt x="643951" y="1823611"/>
                </a:cubicBezTo>
                <a:cubicBezTo>
                  <a:pt x="685827" y="1739774"/>
                  <a:pt x="725109" y="1619150"/>
                  <a:pt x="748057" y="1527898"/>
                </a:cubicBezTo>
                <a:close/>
                <a:moveTo>
                  <a:pt x="970270" y="981813"/>
                </a:moveTo>
                <a:cubicBezTo>
                  <a:pt x="989328" y="1050252"/>
                  <a:pt x="1023554" y="1131523"/>
                  <a:pt x="1062966" y="1174868"/>
                </a:cubicBezTo>
                <a:cubicBezTo>
                  <a:pt x="1031203" y="1173442"/>
                  <a:pt x="1000736" y="1172301"/>
                  <a:pt x="970270" y="1170876"/>
                </a:cubicBezTo>
                <a:cubicBezTo>
                  <a:pt x="933450" y="1935395"/>
                  <a:pt x="1059207" y="2696207"/>
                  <a:pt x="1361411" y="3378315"/>
                </a:cubicBezTo>
                <a:cubicBezTo>
                  <a:pt x="1670098" y="4076677"/>
                  <a:pt x="2157696" y="4678654"/>
                  <a:pt x="2799054" y="5102975"/>
                </a:cubicBezTo>
                <a:lnTo>
                  <a:pt x="2799054" y="5156300"/>
                </a:lnTo>
                <a:cubicBezTo>
                  <a:pt x="2146287" y="4725706"/>
                  <a:pt x="1651040" y="4114888"/>
                  <a:pt x="1338593" y="3403694"/>
                </a:cubicBezTo>
                <a:cubicBezTo>
                  <a:pt x="1036259" y="2716454"/>
                  <a:pt x="910633" y="1949368"/>
                  <a:pt x="948748" y="1179715"/>
                </a:cubicBezTo>
                <a:cubicBezTo>
                  <a:pt x="916985" y="1207661"/>
                  <a:pt x="883926" y="1234467"/>
                  <a:pt x="852162" y="1262413"/>
                </a:cubicBezTo>
                <a:cubicBezTo>
                  <a:pt x="897927" y="1184848"/>
                  <a:pt x="942396" y="1069358"/>
                  <a:pt x="970270" y="981813"/>
                </a:cubicBezTo>
                <a:close/>
                <a:moveTo>
                  <a:pt x="1591273" y="651595"/>
                </a:moveTo>
                <a:cubicBezTo>
                  <a:pt x="1611628" y="721460"/>
                  <a:pt x="1649743" y="803872"/>
                  <a:pt x="1691619" y="848357"/>
                </a:cubicBezTo>
                <a:cubicBezTo>
                  <a:pt x="1658559" y="845791"/>
                  <a:pt x="1625629" y="844650"/>
                  <a:pt x="1593866" y="843224"/>
                </a:cubicBezTo>
                <a:cubicBezTo>
                  <a:pt x="1572215" y="1449194"/>
                  <a:pt x="1690323" y="2042046"/>
                  <a:pt x="1934186" y="2565318"/>
                </a:cubicBezTo>
                <a:cubicBezTo>
                  <a:pt x="2137471" y="2999620"/>
                  <a:pt x="2429563" y="3388295"/>
                  <a:pt x="2800350" y="3689427"/>
                </a:cubicBezTo>
                <a:lnTo>
                  <a:pt x="2800350" y="3740185"/>
                </a:lnTo>
                <a:cubicBezTo>
                  <a:pt x="2418024" y="3434207"/>
                  <a:pt x="2118413" y="3035265"/>
                  <a:pt x="1911369" y="2589557"/>
                </a:cubicBezTo>
                <a:cubicBezTo>
                  <a:pt x="1667505" y="2062577"/>
                  <a:pt x="1549398" y="1463167"/>
                  <a:pt x="1571048" y="852064"/>
                </a:cubicBezTo>
                <a:cubicBezTo>
                  <a:pt x="1536692" y="880010"/>
                  <a:pt x="1503633" y="906815"/>
                  <a:pt x="1470703" y="934761"/>
                </a:cubicBezTo>
                <a:cubicBezTo>
                  <a:pt x="1517634" y="856057"/>
                  <a:pt x="1563399" y="740281"/>
                  <a:pt x="1591273" y="651595"/>
                </a:cubicBezTo>
                <a:close/>
                <a:moveTo>
                  <a:pt x="664176" y="560058"/>
                </a:moveTo>
                <a:cubicBezTo>
                  <a:pt x="673121" y="628497"/>
                  <a:pt x="694643" y="712335"/>
                  <a:pt x="723943" y="760812"/>
                </a:cubicBezTo>
                <a:cubicBezTo>
                  <a:pt x="697236" y="755680"/>
                  <a:pt x="670528" y="749406"/>
                  <a:pt x="643951" y="744273"/>
                </a:cubicBezTo>
                <a:cubicBezTo>
                  <a:pt x="513138" y="1549286"/>
                  <a:pt x="532196" y="2374830"/>
                  <a:pt x="722646" y="3145908"/>
                </a:cubicBezTo>
                <a:cubicBezTo>
                  <a:pt x="937210" y="4019644"/>
                  <a:pt x="1367764" y="4828649"/>
                  <a:pt x="2004065" y="5462279"/>
                </a:cubicBezTo>
                <a:cubicBezTo>
                  <a:pt x="2240280" y="5702386"/>
                  <a:pt x="2506962" y="5915687"/>
                  <a:pt x="2800350" y="6097335"/>
                </a:cubicBezTo>
                <a:lnTo>
                  <a:pt x="2800350" y="6153227"/>
                </a:lnTo>
                <a:cubicBezTo>
                  <a:pt x="2499312" y="5966446"/>
                  <a:pt x="2226278" y="5748011"/>
                  <a:pt x="1983711" y="5501631"/>
                </a:cubicBezTo>
                <a:cubicBezTo>
                  <a:pt x="1344946" y="4861443"/>
                  <a:pt x="913096" y="4045024"/>
                  <a:pt x="698532" y="3166154"/>
                </a:cubicBezTo>
                <a:cubicBezTo>
                  <a:pt x="507953" y="2390228"/>
                  <a:pt x="490191" y="1558411"/>
                  <a:pt x="623597" y="750547"/>
                </a:cubicBezTo>
                <a:cubicBezTo>
                  <a:pt x="591833" y="773360"/>
                  <a:pt x="560070" y="796173"/>
                  <a:pt x="529603" y="817845"/>
                </a:cubicBezTo>
                <a:cubicBezTo>
                  <a:pt x="577832" y="746840"/>
                  <a:pt x="629949" y="642470"/>
                  <a:pt x="664176" y="560058"/>
                </a:cubicBezTo>
                <a:close/>
                <a:moveTo>
                  <a:pt x="1280123" y="142296"/>
                </a:moveTo>
                <a:cubicBezTo>
                  <a:pt x="1287772" y="214727"/>
                  <a:pt x="1309423" y="301131"/>
                  <a:pt x="1338593" y="351890"/>
                </a:cubicBezTo>
                <a:cubicBezTo>
                  <a:pt x="1310590" y="344191"/>
                  <a:pt x="1284013" y="337917"/>
                  <a:pt x="1256009" y="330218"/>
                </a:cubicBezTo>
                <a:cubicBezTo>
                  <a:pt x="1137902" y="982954"/>
                  <a:pt x="1140495" y="1651088"/>
                  <a:pt x="1276363" y="2270745"/>
                </a:cubicBezTo>
                <a:cubicBezTo>
                  <a:pt x="1426234" y="2957701"/>
                  <a:pt x="1739847" y="3596749"/>
                  <a:pt x="2208517" y="4107189"/>
                </a:cubicBezTo>
                <a:cubicBezTo>
                  <a:pt x="2386391" y="4300244"/>
                  <a:pt x="2584490" y="4474193"/>
                  <a:pt x="2800350" y="4625328"/>
                </a:cubicBezTo>
                <a:lnTo>
                  <a:pt x="2800350" y="4677513"/>
                </a:lnTo>
                <a:cubicBezTo>
                  <a:pt x="2575544" y="4522385"/>
                  <a:pt x="2369796" y="4342163"/>
                  <a:pt x="2188162" y="4141408"/>
                </a:cubicBezTo>
                <a:cubicBezTo>
                  <a:pt x="1718326" y="3625835"/>
                  <a:pt x="1403287" y="2980799"/>
                  <a:pt x="1253546" y="2288426"/>
                </a:cubicBezTo>
                <a:cubicBezTo>
                  <a:pt x="1117547" y="1665061"/>
                  <a:pt x="1116380" y="991794"/>
                  <a:pt x="1234488" y="333925"/>
                </a:cubicBezTo>
                <a:cubicBezTo>
                  <a:pt x="1201428" y="354457"/>
                  <a:pt x="1168368" y="375844"/>
                  <a:pt x="1136605" y="396375"/>
                </a:cubicBezTo>
                <a:cubicBezTo>
                  <a:pt x="1187426" y="327651"/>
                  <a:pt x="1243304" y="223567"/>
                  <a:pt x="1280123" y="142296"/>
                </a:cubicBezTo>
                <a:close/>
                <a:moveTo>
                  <a:pt x="1485871" y="57033"/>
                </a:moveTo>
                <a:cubicBezTo>
                  <a:pt x="1493520" y="129464"/>
                  <a:pt x="1513875" y="217294"/>
                  <a:pt x="1544341" y="269193"/>
                </a:cubicBezTo>
                <a:cubicBezTo>
                  <a:pt x="1516338" y="261494"/>
                  <a:pt x="1488464" y="254079"/>
                  <a:pt x="1460460" y="246380"/>
                </a:cubicBezTo>
                <a:cubicBezTo>
                  <a:pt x="1351299" y="834384"/>
                  <a:pt x="1355058" y="1433795"/>
                  <a:pt x="1470703" y="1993853"/>
                </a:cubicBezTo>
                <a:cubicBezTo>
                  <a:pt x="1596329" y="2608663"/>
                  <a:pt x="1860548" y="3187827"/>
                  <a:pt x="2263098" y="3652641"/>
                </a:cubicBezTo>
                <a:cubicBezTo>
                  <a:pt x="2421914" y="3839137"/>
                  <a:pt x="2602251" y="4008238"/>
                  <a:pt x="2800350" y="4155381"/>
                </a:cubicBezTo>
                <a:lnTo>
                  <a:pt x="2800350" y="4206140"/>
                </a:lnTo>
                <a:cubicBezTo>
                  <a:pt x="2593306" y="4053864"/>
                  <a:pt x="2406616" y="3878489"/>
                  <a:pt x="2241576" y="3684294"/>
                </a:cubicBezTo>
                <a:cubicBezTo>
                  <a:pt x="1844083" y="3223187"/>
                  <a:pt x="1574808" y="2641456"/>
                  <a:pt x="1445292" y="2012959"/>
                </a:cubicBezTo>
                <a:cubicBezTo>
                  <a:pt x="1328481" y="1438928"/>
                  <a:pt x="1329648" y="833244"/>
                  <a:pt x="1438939" y="250087"/>
                </a:cubicBezTo>
                <a:cubicBezTo>
                  <a:pt x="1405880" y="270619"/>
                  <a:pt x="1372820" y="290865"/>
                  <a:pt x="1339890" y="311112"/>
                </a:cubicBezTo>
                <a:cubicBezTo>
                  <a:pt x="1391878" y="243814"/>
                  <a:pt x="1449052" y="139729"/>
                  <a:pt x="1485871" y="57033"/>
                </a:cubicBezTo>
                <a:close/>
                <a:moveTo>
                  <a:pt x="1875846" y="0"/>
                </a:moveTo>
                <a:cubicBezTo>
                  <a:pt x="1887255" y="72431"/>
                  <a:pt x="1911369" y="161402"/>
                  <a:pt x="1945595" y="213301"/>
                </a:cubicBezTo>
                <a:cubicBezTo>
                  <a:pt x="1915128" y="205602"/>
                  <a:pt x="1884662" y="199328"/>
                  <a:pt x="1855491" y="191629"/>
                </a:cubicBezTo>
                <a:cubicBezTo>
                  <a:pt x="1753849" y="857197"/>
                  <a:pt x="1809726" y="1512500"/>
                  <a:pt x="2037125" y="2096797"/>
                </a:cubicBezTo>
                <a:cubicBezTo>
                  <a:pt x="2202164" y="2525965"/>
                  <a:pt x="2463790" y="2912075"/>
                  <a:pt x="2800350" y="3218054"/>
                </a:cubicBezTo>
                <a:lnTo>
                  <a:pt x="2800350" y="3270238"/>
                </a:lnTo>
                <a:cubicBezTo>
                  <a:pt x="2451084" y="2957701"/>
                  <a:pt x="2183106" y="2560185"/>
                  <a:pt x="2013011" y="2118469"/>
                </a:cubicBezTo>
                <a:cubicBezTo>
                  <a:pt x="1784316" y="1527898"/>
                  <a:pt x="1729735" y="866037"/>
                  <a:pt x="1833841" y="196762"/>
                </a:cubicBezTo>
                <a:cubicBezTo>
                  <a:pt x="1799614" y="218434"/>
                  <a:pt x="1765258" y="240107"/>
                  <a:pt x="1731031" y="261494"/>
                </a:cubicBezTo>
                <a:cubicBezTo>
                  <a:pt x="1783019" y="190488"/>
                  <a:pt x="1840193" y="83838"/>
                  <a:pt x="1875846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49AB93"/>
              </a:gs>
            </a:gsLst>
            <a:lin ang="5400000" scaled="0"/>
          </a:gradFill>
          <a:ln>
            <a:noFill/>
          </a:ln>
        </p:spPr>
        <p:txBody>
          <a:bodyPr anchorCtr="0" anchor="ctr" bIns="28575" lIns="28575" spcFirstLastPara="1" rIns="28575" wrap="square" tIns="2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4"/>
          <p:cNvSpPr txBox="1"/>
          <p:nvPr>
            <p:ph type="title"/>
          </p:nvPr>
        </p:nvSpPr>
        <p:spPr>
          <a:xfrm>
            <a:off x="628650" y="273844"/>
            <a:ext cx="62472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" type="body"/>
          </p:nvPr>
        </p:nvSpPr>
        <p:spPr>
          <a:xfrm>
            <a:off x="628650" y="1369219"/>
            <a:ext cx="6247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9" name="Google Shape;39;p14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0" name="Google Shape;40;p14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1" name="Google Shape;41;p1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">
  <p:cSld name="Cover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5"/>
          <p:cNvSpPr/>
          <p:nvPr>
            <p:ph idx="2" type="pic"/>
          </p:nvPr>
        </p:nvSpPr>
        <p:spPr>
          <a:xfrm>
            <a:off x="1350587" y="1200093"/>
            <a:ext cx="2858400" cy="2858400"/>
          </a:xfrm>
          <a:prstGeom prst="rect">
            <a:avLst/>
          </a:prstGeom>
          <a:noFill/>
          <a:ln>
            <a:noFill/>
          </a:ln>
        </p:spPr>
      </p:sp>
      <p:sp>
        <p:nvSpPr>
          <p:cNvPr id="44" name="Google Shape;44;p15"/>
          <p:cNvSpPr txBox="1"/>
          <p:nvPr>
            <p:ph type="ctrTitle"/>
          </p:nvPr>
        </p:nvSpPr>
        <p:spPr>
          <a:xfrm>
            <a:off x="4934954" y="221456"/>
            <a:ext cx="3580500" cy="2411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5" name="Google Shape;45;p15"/>
          <p:cNvSpPr txBox="1"/>
          <p:nvPr>
            <p:ph idx="1" type="subTitle"/>
          </p:nvPr>
        </p:nvSpPr>
        <p:spPr>
          <a:xfrm>
            <a:off x="4934954" y="2701529"/>
            <a:ext cx="3580500" cy="12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46" name="Google Shape;46;p15"/>
          <p:cNvSpPr/>
          <p:nvPr/>
        </p:nvSpPr>
        <p:spPr>
          <a:xfrm>
            <a:off x="0" y="61245"/>
            <a:ext cx="5071110" cy="5082255"/>
          </a:xfrm>
          <a:custGeom>
            <a:rect b="b" l="l" r="r" t="t"/>
            <a:pathLst>
              <a:path extrusionOk="0" h="6776340" w="6761480">
                <a:moveTo>
                  <a:pt x="4497011" y="6773822"/>
                </a:moveTo>
                <a:lnTo>
                  <a:pt x="4501642" y="6773822"/>
                </a:lnTo>
                <a:lnTo>
                  <a:pt x="4497011" y="6775081"/>
                </a:lnTo>
                <a:close/>
                <a:moveTo>
                  <a:pt x="1252" y="6753365"/>
                </a:moveTo>
                <a:cubicBezTo>
                  <a:pt x="7513" y="6761233"/>
                  <a:pt x="14087" y="6767528"/>
                  <a:pt x="19095" y="6775081"/>
                </a:cubicBezTo>
                <a:lnTo>
                  <a:pt x="1252" y="6775081"/>
                </a:lnTo>
                <a:close/>
                <a:moveTo>
                  <a:pt x="6600269" y="6319035"/>
                </a:moveTo>
                <a:cubicBezTo>
                  <a:pt x="6593695" y="6378834"/>
                  <a:pt x="6591191" y="6465071"/>
                  <a:pt x="6599017" y="6532423"/>
                </a:cubicBezTo>
                <a:lnTo>
                  <a:pt x="6557645" y="6439524"/>
                </a:lnTo>
                <a:lnTo>
                  <a:pt x="6556433" y="6439022"/>
                </a:lnTo>
                <a:lnTo>
                  <a:pt x="6479087" y="6600995"/>
                </a:lnTo>
                <a:cubicBezTo>
                  <a:pt x="6448762" y="6659889"/>
                  <a:pt x="6416676" y="6717957"/>
                  <a:pt x="6383025" y="6775081"/>
                </a:cubicBezTo>
                <a:lnTo>
                  <a:pt x="6360174" y="6775081"/>
                </a:lnTo>
                <a:cubicBezTo>
                  <a:pt x="6395703" y="6715440"/>
                  <a:pt x="6429667" y="6654461"/>
                  <a:pt x="6461753" y="6592694"/>
                </a:cubicBezTo>
                <a:lnTo>
                  <a:pt x="6544320" y="6421628"/>
                </a:lnTo>
                <a:lnTo>
                  <a:pt x="6544854" y="6421998"/>
                </a:lnTo>
                <a:lnTo>
                  <a:pt x="6544525" y="6421204"/>
                </a:lnTo>
                <a:lnTo>
                  <a:pt x="6544320" y="6421628"/>
                </a:lnTo>
                <a:lnTo>
                  <a:pt x="6480691" y="6377575"/>
                </a:lnTo>
                <a:cubicBezTo>
                  <a:pt x="6520133" y="6373798"/>
                  <a:pt x="6568340" y="6347046"/>
                  <a:pt x="6600269" y="6319035"/>
                </a:cubicBezTo>
                <a:close/>
                <a:moveTo>
                  <a:pt x="1252" y="6096835"/>
                </a:moveTo>
                <a:cubicBezTo>
                  <a:pt x="169037" y="6338234"/>
                  <a:pt x="358108" y="6565470"/>
                  <a:pt x="567839" y="6775081"/>
                </a:cubicBezTo>
                <a:lnTo>
                  <a:pt x="567839" y="6776340"/>
                </a:lnTo>
                <a:lnTo>
                  <a:pt x="506798" y="6776340"/>
                </a:lnTo>
                <a:cubicBezTo>
                  <a:pt x="322736" y="6588445"/>
                  <a:pt x="152446" y="6385129"/>
                  <a:pt x="1252" y="6171741"/>
                </a:cubicBezTo>
                <a:close/>
                <a:moveTo>
                  <a:pt x="6421215" y="5928138"/>
                </a:moveTo>
                <a:cubicBezTo>
                  <a:pt x="6414641" y="5987623"/>
                  <a:pt x="6412137" y="6070082"/>
                  <a:pt x="6419963" y="6133658"/>
                </a:cubicBezTo>
                <a:lnTo>
                  <a:pt x="6377876" y="6043667"/>
                </a:lnTo>
                <a:lnTo>
                  <a:pt x="6378038" y="6043340"/>
                </a:lnTo>
                <a:lnTo>
                  <a:pt x="6377774" y="6043450"/>
                </a:lnTo>
                <a:lnTo>
                  <a:pt x="6377876" y="6043667"/>
                </a:lnTo>
                <a:lnTo>
                  <a:pt x="6287037" y="6226976"/>
                </a:lnTo>
                <a:cubicBezTo>
                  <a:pt x="6181433" y="6422247"/>
                  <a:pt x="6054655" y="6606542"/>
                  <a:pt x="5908156" y="6775081"/>
                </a:cubicBezTo>
                <a:lnTo>
                  <a:pt x="5877479" y="6775081"/>
                </a:lnTo>
                <a:cubicBezTo>
                  <a:pt x="6029847" y="6603710"/>
                  <a:pt x="6162318" y="6415874"/>
                  <a:pt x="6271591" y="6216354"/>
                </a:cubicBezTo>
                <a:lnTo>
                  <a:pt x="6363444" y="6032284"/>
                </a:lnTo>
                <a:lnTo>
                  <a:pt x="6362632" y="6030324"/>
                </a:lnTo>
                <a:lnTo>
                  <a:pt x="6363897" y="6027272"/>
                </a:lnTo>
                <a:lnTo>
                  <a:pt x="6301637" y="5986364"/>
                </a:lnTo>
                <a:cubicBezTo>
                  <a:pt x="6341079" y="5981328"/>
                  <a:pt x="6388034" y="5955835"/>
                  <a:pt x="6421215" y="5928138"/>
                </a:cubicBezTo>
                <a:close/>
                <a:moveTo>
                  <a:pt x="1252" y="5376728"/>
                </a:moveTo>
                <a:cubicBezTo>
                  <a:pt x="276720" y="5908940"/>
                  <a:pt x="663001" y="6387647"/>
                  <a:pt x="1127853" y="6775081"/>
                </a:cubicBezTo>
                <a:lnTo>
                  <a:pt x="1065559" y="6775081"/>
                </a:lnTo>
                <a:cubicBezTo>
                  <a:pt x="632324" y="6406845"/>
                  <a:pt x="267955" y="5958353"/>
                  <a:pt x="1252" y="5462021"/>
                </a:cubicBezTo>
                <a:close/>
                <a:moveTo>
                  <a:pt x="6729864" y="5362880"/>
                </a:moveTo>
                <a:cubicBezTo>
                  <a:pt x="6733620" y="5418588"/>
                  <a:pt x="6744890" y="5495068"/>
                  <a:pt x="6761480" y="5550775"/>
                </a:cubicBezTo>
                <a:lnTo>
                  <a:pt x="6712848" y="5477718"/>
                </a:lnTo>
                <a:lnTo>
                  <a:pt x="6676929" y="5639303"/>
                </a:lnTo>
                <a:cubicBezTo>
                  <a:pt x="6575662" y="6044643"/>
                  <a:pt x="6400398" y="6431670"/>
                  <a:pt x="6158269" y="6775081"/>
                </a:cubicBezTo>
                <a:lnTo>
                  <a:pt x="6131661" y="6775081"/>
                </a:lnTo>
                <a:cubicBezTo>
                  <a:pt x="6132913" y="6772563"/>
                  <a:pt x="6135417" y="6770046"/>
                  <a:pt x="6136669" y="6767528"/>
                </a:cubicBezTo>
                <a:cubicBezTo>
                  <a:pt x="6383456" y="6424116"/>
                  <a:pt x="6560020" y="6035885"/>
                  <a:pt x="6663217" y="5628557"/>
                </a:cubicBezTo>
                <a:lnTo>
                  <a:pt x="6698308" y="5473391"/>
                </a:lnTo>
                <a:lnTo>
                  <a:pt x="6698060" y="5473288"/>
                </a:lnTo>
                <a:lnTo>
                  <a:pt x="6694986" y="5465867"/>
                </a:lnTo>
                <a:lnTo>
                  <a:pt x="6643467" y="5446599"/>
                </a:lnTo>
                <a:cubicBezTo>
                  <a:pt x="6673831" y="5432751"/>
                  <a:pt x="6708265" y="5395927"/>
                  <a:pt x="6729864" y="5362880"/>
                </a:cubicBezTo>
                <a:close/>
                <a:moveTo>
                  <a:pt x="6572096" y="4541116"/>
                </a:moveTo>
                <a:cubicBezTo>
                  <a:pt x="6582426" y="4592102"/>
                  <a:pt x="6602773" y="4657881"/>
                  <a:pt x="6624372" y="4706350"/>
                </a:cubicBezTo>
                <a:lnTo>
                  <a:pt x="6574042" y="4651506"/>
                </a:lnTo>
                <a:lnTo>
                  <a:pt x="6574054" y="4651320"/>
                </a:lnTo>
                <a:lnTo>
                  <a:pt x="6573921" y="4651375"/>
                </a:lnTo>
                <a:cubicBezTo>
                  <a:pt x="6573961" y="4651419"/>
                  <a:pt x="6574002" y="4651462"/>
                  <a:pt x="6574042" y="4651506"/>
                </a:cubicBezTo>
                <a:lnTo>
                  <a:pt x="6564870" y="4796499"/>
                </a:lnTo>
                <a:cubicBezTo>
                  <a:pt x="6532503" y="5167058"/>
                  <a:pt x="6437493" y="5537045"/>
                  <a:pt x="6277534" y="5877152"/>
                </a:cubicBezTo>
                <a:cubicBezTo>
                  <a:pt x="6116322" y="6217692"/>
                  <a:pt x="5890314" y="6527387"/>
                  <a:pt x="5609524" y="6776340"/>
                </a:cubicBezTo>
                <a:lnTo>
                  <a:pt x="5572900" y="6776340"/>
                </a:lnTo>
                <a:lnTo>
                  <a:pt x="5572900" y="6775081"/>
                </a:lnTo>
                <a:cubicBezTo>
                  <a:pt x="5864958" y="6524870"/>
                  <a:pt x="6099732" y="6209823"/>
                  <a:pt x="6265012" y="5860786"/>
                </a:cubicBezTo>
                <a:cubicBezTo>
                  <a:pt x="6424971" y="5522882"/>
                  <a:pt x="6519742" y="5154857"/>
                  <a:pt x="6552049" y="4787495"/>
                </a:cubicBezTo>
                <a:lnTo>
                  <a:pt x="6560996" y="4647171"/>
                </a:lnTo>
                <a:lnTo>
                  <a:pt x="6559757" y="4644178"/>
                </a:lnTo>
                <a:lnTo>
                  <a:pt x="6510116" y="4637738"/>
                </a:lnTo>
                <a:cubicBezTo>
                  <a:pt x="6534219" y="4617281"/>
                  <a:pt x="6558323" y="4576680"/>
                  <a:pt x="6572096" y="4541116"/>
                </a:cubicBezTo>
                <a:close/>
                <a:moveTo>
                  <a:pt x="1252" y="4473763"/>
                </a:moveTo>
                <a:cubicBezTo>
                  <a:pt x="58537" y="4654104"/>
                  <a:pt x="128343" y="4834446"/>
                  <a:pt x="212235" y="5013528"/>
                </a:cubicBezTo>
                <a:cubicBezTo>
                  <a:pt x="549996" y="5731116"/>
                  <a:pt x="1078081" y="6352082"/>
                  <a:pt x="1714474" y="6776340"/>
                </a:cubicBezTo>
                <a:lnTo>
                  <a:pt x="1645920" y="6776340"/>
                </a:lnTo>
                <a:lnTo>
                  <a:pt x="1645920" y="6775081"/>
                </a:lnTo>
                <a:cubicBezTo>
                  <a:pt x="1024865" y="6348305"/>
                  <a:pt x="509302" y="5734893"/>
                  <a:pt x="177802" y="5028950"/>
                </a:cubicBezTo>
                <a:cubicBezTo>
                  <a:pt x="110500" y="4884173"/>
                  <a:pt x="50711" y="4736879"/>
                  <a:pt x="1252" y="4590843"/>
                </a:cubicBezTo>
                <a:close/>
                <a:moveTo>
                  <a:pt x="6353913" y="4251563"/>
                </a:moveTo>
                <a:cubicBezTo>
                  <a:pt x="6365182" y="4302549"/>
                  <a:pt x="6386782" y="4367069"/>
                  <a:pt x="6409633" y="4413020"/>
                </a:cubicBezTo>
                <a:lnTo>
                  <a:pt x="6358368" y="4361476"/>
                </a:lnTo>
                <a:cubicBezTo>
                  <a:pt x="6358420" y="4360101"/>
                  <a:pt x="6358473" y="4358727"/>
                  <a:pt x="6358525" y="4357352"/>
                </a:cubicBezTo>
                <a:lnTo>
                  <a:pt x="6353114" y="4499401"/>
                </a:lnTo>
                <a:cubicBezTo>
                  <a:pt x="6330397" y="4854151"/>
                  <a:pt x="6243570" y="5200557"/>
                  <a:pt x="6093471" y="5513951"/>
                </a:cubicBezTo>
                <a:cubicBezTo>
                  <a:pt x="5902835" y="5912716"/>
                  <a:pt x="5610777" y="6262069"/>
                  <a:pt x="5227313" y="6500635"/>
                </a:cubicBezTo>
                <a:cubicBezTo>
                  <a:pt x="5040746" y="6620233"/>
                  <a:pt x="4834771" y="6711506"/>
                  <a:pt x="4613771" y="6773822"/>
                </a:cubicBezTo>
                <a:lnTo>
                  <a:pt x="4501642" y="6773822"/>
                </a:lnTo>
                <a:lnTo>
                  <a:pt x="4689603" y="6722728"/>
                </a:lnTo>
                <a:cubicBezTo>
                  <a:pt x="4878420" y="6662919"/>
                  <a:pt x="5055615" y="6580892"/>
                  <a:pt x="5218548" y="6477975"/>
                </a:cubicBezTo>
                <a:cubicBezTo>
                  <a:pt x="5600760" y="6241611"/>
                  <a:pt x="5891566" y="5895092"/>
                  <a:pt x="6080637" y="5500103"/>
                </a:cubicBezTo>
                <a:cubicBezTo>
                  <a:pt x="6229640" y="5188912"/>
                  <a:pt x="6317288" y="4844709"/>
                  <a:pt x="6340228" y="4492162"/>
                </a:cubicBezTo>
                <a:lnTo>
                  <a:pt x="6345477" y="4356432"/>
                </a:lnTo>
                <a:lnTo>
                  <a:pt x="6343413" y="4355577"/>
                </a:lnTo>
                <a:cubicBezTo>
                  <a:pt x="6343351" y="4355428"/>
                  <a:pt x="6343290" y="4355279"/>
                  <a:pt x="6343228" y="4355130"/>
                </a:cubicBezTo>
                <a:lnTo>
                  <a:pt x="6294124" y="4351962"/>
                </a:lnTo>
                <a:cubicBezTo>
                  <a:pt x="6318228" y="4330246"/>
                  <a:pt x="6341079" y="4288386"/>
                  <a:pt x="6353913" y="4251563"/>
                </a:cubicBezTo>
                <a:close/>
                <a:moveTo>
                  <a:pt x="6398364" y="3724702"/>
                </a:moveTo>
                <a:cubicBezTo>
                  <a:pt x="6417459" y="3767820"/>
                  <a:pt x="6446571" y="3826045"/>
                  <a:pt x="6473178" y="3864128"/>
                </a:cubicBezTo>
                <a:lnTo>
                  <a:pt x="6422596" y="3828278"/>
                </a:lnTo>
                <a:lnTo>
                  <a:pt x="6422123" y="3828473"/>
                </a:lnTo>
                <a:lnTo>
                  <a:pt x="6444075" y="3981096"/>
                </a:lnTo>
                <a:cubicBezTo>
                  <a:pt x="6491075" y="4373261"/>
                  <a:pt x="6472826" y="4771027"/>
                  <a:pt x="6380521" y="5144456"/>
                </a:cubicBezTo>
                <a:cubicBezTo>
                  <a:pt x="6263760" y="5623163"/>
                  <a:pt x="6028674" y="6067564"/>
                  <a:pt x="5679330" y="6416917"/>
                </a:cubicBezTo>
                <a:cubicBezTo>
                  <a:pt x="5545979" y="6552881"/>
                  <a:pt x="5395098" y="6673423"/>
                  <a:pt x="5229817" y="6775081"/>
                </a:cubicBezTo>
                <a:lnTo>
                  <a:pt x="5179106" y="6775081"/>
                </a:lnTo>
                <a:cubicBezTo>
                  <a:pt x="5360664" y="6668387"/>
                  <a:pt x="5525632" y="6541550"/>
                  <a:pt x="5669313" y="6395200"/>
                </a:cubicBezTo>
                <a:cubicBezTo>
                  <a:pt x="6015839" y="6049940"/>
                  <a:pt x="6250926" y="5609315"/>
                  <a:pt x="6367687" y="5133126"/>
                </a:cubicBezTo>
                <a:cubicBezTo>
                  <a:pt x="6459992" y="4761900"/>
                  <a:pt x="6478241" y="4366337"/>
                  <a:pt x="6432079" y="3976375"/>
                </a:cubicBezTo>
                <a:lnTo>
                  <a:pt x="6410802" y="3826707"/>
                </a:lnTo>
                <a:lnTo>
                  <a:pt x="6408896" y="3825918"/>
                </a:lnTo>
                <a:lnTo>
                  <a:pt x="6408545" y="3825071"/>
                </a:lnTo>
                <a:lnTo>
                  <a:pt x="6366435" y="3833914"/>
                </a:lnTo>
                <a:cubicBezTo>
                  <a:pt x="6383025" y="3807161"/>
                  <a:pt x="6394294" y="3761525"/>
                  <a:pt x="6398364" y="3724702"/>
                </a:cubicBezTo>
                <a:close/>
                <a:moveTo>
                  <a:pt x="6074376" y="3584961"/>
                </a:moveTo>
                <a:cubicBezTo>
                  <a:pt x="6074380" y="3584992"/>
                  <a:pt x="6074385" y="3585022"/>
                  <a:pt x="6074389" y="3585053"/>
                </a:cubicBezTo>
                <a:cubicBezTo>
                  <a:pt x="6074400" y="3585026"/>
                  <a:pt x="6074412" y="3584998"/>
                  <a:pt x="6074423" y="3584971"/>
                </a:cubicBezTo>
                <a:cubicBezTo>
                  <a:pt x="6074407" y="3584968"/>
                  <a:pt x="6074392" y="3584964"/>
                  <a:pt x="6074376" y="3584961"/>
                </a:cubicBezTo>
                <a:close/>
                <a:moveTo>
                  <a:pt x="2136127" y="1258149"/>
                </a:moveTo>
                <a:cubicBezTo>
                  <a:pt x="2113276" y="1297491"/>
                  <a:pt x="2094181" y="1353513"/>
                  <a:pt x="2092929" y="1399149"/>
                </a:cubicBezTo>
                <a:lnTo>
                  <a:pt x="2049868" y="1328453"/>
                </a:lnTo>
                <a:lnTo>
                  <a:pt x="2048245" y="1329125"/>
                </a:lnTo>
                <a:lnTo>
                  <a:pt x="2047341" y="1328751"/>
                </a:lnTo>
                <a:lnTo>
                  <a:pt x="1952344" y="1396153"/>
                </a:lnTo>
                <a:cubicBezTo>
                  <a:pt x="1701659" y="1588878"/>
                  <a:pt x="1497738" y="1852599"/>
                  <a:pt x="1367635" y="2171501"/>
                </a:cubicBezTo>
                <a:cubicBezTo>
                  <a:pt x="1203919" y="2572784"/>
                  <a:pt x="1158217" y="3043937"/>
                  <a:pt x="1248370" y="3526421"/>
                </a:cubicBezTo>
                <a:cubicBezTo>
                  <a:pt x="1437754" y="4588011"/>
                  <a:pt x="2245375" y="5549516"/>
                  <a:pt x="3248641" y="5902645"/>
                </a:cubicBezTo>
                <a:cubicBezTo>
                  <a:pt x="3708484" y="6068823"/>
                  <a:pt x="4175840" y="6093058"/>
                  <a:pt x="4589668" y="5988882"/>
                </a:cubicBezTo>
                <a:cubicBezTo>
                  <a:pt x="4968123" y="5892574"/>
                  <a:pt x="5290858" y="5687998"/>
                  <a:pt x="5526884" y="5409775"/>
                </a:cubicBezTo>
                <a:cubicBezTo>
                  <a:pt x="5746632" y="5157046"/>
                  <a:pt x="5890314" y="4840740"/>
                  <a:pt x="5958868" y="4505551"/>
                </a:cubicBezTo>
                <a:cubicBezTo>
                  <a:pt x="6006527" y="4273279"/>
                  <a:pt x="6019146" y="4028615"/>
                  <a:pt x="5996725" y="3783640"/>
                </a:cubicBezTo>
                <a:lnTo>
                  <a:pt x="5965029" y="3556265"/>
                </a:lnTo>
                <a:lnTo>
                  <a:pt x="5960728" y="3554483"/>
                </a:lnTo>
                <a:lnTo>
                  <a:pt x="5919426" y="3565762"/>
                </a:lnTo>
                <a:cubicBezTo>
                  <a:pt x="5936016" y="3537751"/>
                  <a:pt x="5947285" y="3489597"/>
                  <a:pt x="5951355" y="3450256"/>
                </a:cubicBezTo>
                <a:cubicBezTo>
                  <a:pt x="5972954" y="3494633"/>
                  <a:pt x="6003318" y="3550655"/>
                  <a:pt x="6031178" y="3588738"/>
                </a:cubicBezTo>
                <a:lnTo>
                  <a:pt x="5976676" y="3555859"/>
                </a:lnTo>
                <a:lnTo>
                  <a:pt x="5976246" y="3556037"/>
                </a:lnTo>
                <a:lnTo>
                  <a:pt x="6009227" y="3785548"/>
                </a:lnTo>
                <a:cubicBezTo>
                  <a:pt x="6032704" y="4030759"/>
                  <a:pt x="6021317" y="4279023"/>
                  <a:pt x="5972954" y="4517196"/>
                </a:cubicBezTo>
                <a:cubicBezTo>
                  <a:pt x="5902835" y="4859939"/>
                  <a:pt x="5755710" y="5176244"/>
                  <a:pt x="5538466" y="5427715"/>
                </a:cubicBezTo>
                <a:cubicBezTo>
                  <a:pt x="5299623" y="5708141"/>
                  <a:pt x="4975949" y="5916493"/>
                  <a:pt x="4593737" y="6014375"/>
                </a:cubicBezTo>
                <a:cubicBezTo>
                  <a:pt x="4177092" y="6121069"/>
                  <a:pt x="3705980" y="6096835"/>
                  <a:pt x="3241130" y="5929397"/>
                </a:cubicBezTo>
                <a:cubicBezTo>
                  <a:pt x="2226280" y="5573750"/>
                  <a:pt x="1409581" y="4602174"/>
                  <a:pt x="1220510" y="3528939"/>
                </a:cubicBezTo>
                <a:cubicBezTo>
                  <a:pt x="1130357" y="3042678"/>
                  <a:pt x="1177312" y="2566489"/>
                  <a:pt x="1343531" y="2162374"/>
                </a:cubicBezTo>
                <a:cubicBezTo>
                  <a:pt x="1475826" y="1842370"/>
                  <a:pt x="1681938" y="1576825"/>
                  <a:pt x="1935653" y="1382817"/>
                </a:cubicBezTo>
                <a:lnTo>
                  <a:pt x="2034374" y="1313168"/>
                </a:lnTo>
                <a:lnTo>
                  <a:pt x="2035264" y="1313636"/>
                </a:lnTo>
                <a:lnTo>
                  <a:pt x="2035905" y="1312088"/>
                </a:lnTo>
                <a:lnTo>
                  <a:pt x="2034374" y="1313168"/>
                </a:lnTo>
                <a:lnTo>
                  <a:pt x="1947056" y="1267277"/>
                </a:lnTo>
                <a:cubicBezTo>
                  <a:pt x="2006532" y="1274830"/>
                  <a:pt x="2081660" y="1268536"/>
                  <a:pt x="2136127" y="1258149"/>
                </a:cubicBezTo>
                <a:close/>
                <a:moveTo>
                  <a:pt x="3236702" y="1253409"/>
                </a:moveTo>
                <a:cubicBezTo>
                  <a:pt x="3451360" y="1246524"/>
                  <a:pt x="3670880" y="1277137"/>
                  <a:pt x="3887541" y="1342173"/>
                </a:cubicBezTo>
                <a:lnTo>
                  <a:pt x="4002808" y="1380534"/>
                </a:lnTo>
                <a:lnTo>
                  <a:pt x="4003578" y="1382580"/>
                </a:lnTo>
                <a:lnTo>
                  <a:pt x="4004230" y="1381007"/>
                </a:lnTo>
                <a:lnTo>
                  <a:pt x="4002808" y="1380534"/>
                </a:lnTo>
                <a:lnTo>
                  <a:pt x="3980195" y="1320466"/>
                </a:lnTo>
                <a:cubicBezTo>
                  <a:pt x="4011812" y="1354772"/>
                  <a:pt x="4061584" y="1395372"/>
                  <a:pt x="4101965" y="1423384"/>
                </a:cubicBezTo>
                <a:cubicBezTo>
                  <a:pt x="4062836" y="1422125"/>
                  <a:pt x="4014316" y="1425901"/>
                  <a:pt x="3982700" y="1438491"/>
                </a:cubicBezTo>
                <a:lnTo>
                  <a:pt x="4003104" y="1393244"/>
                </a:lnTo>
                <a:lnTo>
                  <a:pt x="4004287" y="1393636"/>
                </a:lnTo>
                <a:lnTo>
                  <a:pt x="4003636" y="1392064"/>
                </a:lnTo>
                <a:lnTo>
                  <a:pt x="4003104" y="1393244"/>
                </a:lnTo>
                <a:lnTo>
                  <a:pt x="3888483" y="1355281"/>
                </a:lnTo>
                <a:cubicBezTo>
                  <a:pt x="3587365" y="1265280"/>
                  <a:pt x="3280768" y="1241665"/>
                  <a:pt x="2990703" y="1293714"/>
                </a:cubicBezTo>
                <a:cubicBezTo>
                  <a:pt x="2630091" y="1357290"/>
                  <a:pt x="2297338" y="1542667"/>
                  <a:pt x="2061312" y="1828443"/>
                </a:cubicBezTo>
                <a:cubicBezTo>
                  <a:pt x="1800870" y="2139713"/>
                  <a:pt x="1657502" y="2580337"/>
                  <a:pt x="1676284" y="3067857"/>
                </a:cubicBezTo>
                <a:cubicBezTo>
                  <a:pt x="1695379" y="3583702"/>
                  <a:pt x="1905110" y="4131020"/>
                  <a:pt x="2265722" y="4584234"/>
                </a:cubicBezTo>
                <a:cubicBezTo>
                  <a:pt x="2626334" y="5040280"/>
                  <a:pt x="3116542" y="5369175"/>
                  <a:pt x="3619583" y="5502621"/>
                </a:cubicBezTo>
                <a:cubicBezTo>
                  <a:pt x="4098208" y="5630717"/>
                  <a:pt x="4565564" y="5581304"/>
                  <a:pt x="4928994" y="5387115"/>
                </a:cubicBezTo>
                <a:cubicBezTo>
                  <a:pt x="5262999" y="5210550"/>
                  <a:pt x="5514363" y="4913129"/>
                  <a:pt x="5648966" y="4561573"/>
                </a:cubicBezTo>
                <a:cubicBezTo>
                  <a:pt x="5759075" y="4279298"/>
                  <a:pt x="5795128" y="3965939"/>
                  <a:pt x="5763205" y="3646163"/>
                </a:cubicBezTo>
                <a:lnTo>
                  <a:pt x="5747424" y="3524548"/>
                </a:lnTo>
                <a:lnTo>
                  <a:pt x="5748357" y="3524334"/>
                </a:lnTo>
                <a:lnTo>
                  <a:pt x="5747342" y="3523913"/>
                </a:lnTo>
                <a:cubicBezTo>
                  <a:pt x="5747369" y="3524125"/>
                  <a:pt x="5747397" y="3524336"/>
                  <a:pt x="5747424" y="3524548"/>
                </a:cubicBezTo>
                <a:lnTo>
                  <a:pt x="5700930" y="3535233"/>
                </a:lnTo>
                <a:cubicBezTo>
                  <a:pt x="5720025" y="3507537"/>
                  <a:pt x="5732859" y="3459068"/>
                  <a:pt x="5739119" y="3418468"/>
                </a:cubicBezTo>
                <a:cubicBezTo>
                  <a:pt x="5758214" y="3465363"/>
                  <a:pt x="5789831" y="3523903"/>
                  <a:pt x="5818003" y="3561985"/>
                </a:cubicBezTo>
                <a:lnTo>
                  <a:pt x="5760509" y="3525675"/>
                </a:lnTo>
                <a:lnTo>
                  <a:pt x="5760127" y="3525833"/>
                </a:lnTo>
                <a:lnTo>
                  <a:pt x="5776440" y="3649679"/>
                </a:lnTo>
                <a:cubicBezTo>
                  <a:pt x="5809145" y="3971899"/>
                  <a:pt x="5772888" y="4288425"/>
                  <a:pt x="5663053" y="4572904"/>
                </a:cubicBezTo>
                <a:cubicBezTo>
                  <a:pt x="5526884" y="4927292"/>
                  <a:pt x="5274268" y="5229434"/>
                  <a:pt x="4937759" y="5407257"/>
                </a:cubicBezTo>
                <a:cubicBezTo>
                  <a:pt x="4572138" y="5606797"/>
                  <a:pt x="4099460" y="5656210"/>
                  <a:pt x="3615827" y="5527800"/>
                </a:cubicBezTo>
                <a:cubicBezTo>
                  <a:pt x="3107777" y="5394668"/>
                  <a:pt x="2612248" y="5061997"/>
                  <a:pt x="2246627" y="4600915"/>
                </a:cubicBezTo>
                <a:cubicBezTo>
                  <a:pt x="1882258" y="4143610"/>
                  <a:pt x="1671275" y="3588738"/>
                  <a:pt x="1652180" y="3067857"/>
                </a:cubicBezTo>
                <a:cubicBezTo>
                  <a:pt x="1633085" y="2575302"/>
                  <a:pt x="1779271" y="2130900"/>
                  <a:pt x="2043470" y="1817113"/>
                </a:cubicBezTo>
                <a:cubicBezTo>
                  <a:pt x="2282313" y="1528819"/>
                  <a:pt x="2618821" y="1343442"/>
                  <a:pt x="2981938" y="1279866"/>
                </a:cubicBezTo>
                <a:cubicBezTo>
                  <a:pt x="3065752" y="1264916"/>
                  <a:pt x="3150840" y="1256163"/>
                  <a:pt x="3236702" y="1253409"/>
                </a:cubicBezTo>
                <a:close/>
                <a:moveTo>
                  <a:pt x="2931227" y="1076549"/>
                </a:moveTo>
                <a:cubicBezTo>
                  <a:pt x="2979434" y="1100784"/>
                  <a:pt x="3045483" y="1121241"/>
                  <a:pt x="3094943" y="1131313"/>
                </a:cubicBezTo>
                <a:cubicBezTo>
                  <a:pt x="3060822" y="1151455"/>
                  <a:pt x="3022632" y="1183243"/>
                  <a:pt x="3003539" y="1215031"/>
                </a:cubicBezTo>
                <a:lnTo>
                  <a:pt x="2994665" y="1150900"/>
                </a:lnTo>
                <a:lnTo>
                  <a:pt x="2885088" y="1166387"/>
                </a:lnTo>
                <a:cubicBezTo>
                  <a:pt x="2599194" y="1216693"/>
                  <a:pt x="2329776" y="1334078"/>
                  <a:pt x="2103259" y="1517488"/>
                </a:cubicBezTo>
                <a:cubicBezTo>
                  <a:pt x="1819965" y="1744725"/>
                  <a:pt x="1610234" y="2068584"/>
                  <a:pt x="1511316" y="2462313"/>
                </a:cubicBezTo>
                <a:cubicBezTo>
                  <a:pt x="1402068" y="2890348"/>
                  <a:pt x="1424919" y="3376608"/>
                  <a:pt x="1591452" y="3855315"/>
                </a:cubicBezTo>
                <a:cubicBezTo>
                  <a:pt x="1763933" y="4355739"/>
                  <a:pt x="2080407" y="4816821"/>
                  <a:pt x="2495487" y="5169950"/>
                </a:cubicBezTo>
                <a:cubicBezTo>
                  <a:pt x="2901802" y="5516469"/>
                  <a:pt x="3373228" y="5731116"/>
                  <a:pt x="3838079" y="5790915"/>
                </a:cubicBezTo>
                <a:cubicBezTo>
                  <a:pt x="4278515" y="5847882"/>
                  <a:pt x="4687647" y="5769199"/>
                  <a:pt x="5019147" y="5577527"/>
                </a:cubicBezTo>
                <a:cubicBezTo>
                  <a:pt x="5326231" y="5404740"/>
                  <a:pt x="5558813" y="5134385"/>
                  <a:pt x="5706251" y="4819339"/>
                </a:cubicBezTo>
                <a:cubicBezTo>
                  <a:pt x="5807204" y="4602174"/>
                  <a:pt x="5868891" y="4362879"/>
                  <a:pt x="5887482" y="4115264"/>
                </a:cubicBezTo>
                <a:lnTo>
                  <a:pt x="5891349" y="3878618"/>
                </a:lnTo>
                <a:lnTo>
                  <a:pt x="5893101" y="3878544"/>
                </a:lnTo>
                <a:lnTo>
                  <a:pt x="5891417" y="3874479"/>
                </a:lnTo>
                <a:cubicBezTo>
                  <a:pt x="5891394" y="3875859"/>
                  <a:pt x="5891372" y="3877238"/>
                  <a:pt x="5891349" y="3878618"/>
                </a:cubicBezTo>
                <a:lnTo>
                  <a:pt x="5839603" y="3880809"/>
                </a:lnTo>
                <a:cubicBezTo>
                  <a:pt x="5862454" y="3856574"/>
                  <a:pt x="5882488" y="3810938"/>
                  <a:pt x="5894070" y="3774115"/>
                </a:cubicBezTo>
                <a:cubicBezTo>
                  <a:pt x="5909409" y="3822268"/>
                  <a:pt x="5934764" y="3885844"/>
                  <a:pt x="5960120" y="3928963"/>
                </a:cubicBezTo>
                <a:lnTo>
                  <a:pt x="5905767" y="3883843"/>
                </a:lnTo>
                <a:lnTo>
                  <a:pt x="5903872" y="3884628"/>
                </a:lnTo>
                <a:lnTo>
                  <a:pt x="5900179" y="4122498"/>
                </a:lnTo>
                <a:cubicBezTo>
                  <a:pt x="5881881" y="4372164"/>
                  <a:pt x="5820664" y="4613819"/>
                  <a:pt x="5718772" y="4831928"/>
                </a:cubicBezTo>
                <a:cubicBezTo>
                  <a:pt x="5571335" y="5149492"/>
                  <a:pt x="5336561" y="5423938"/>
                  <a:pt x="5027912" y="5598929"/>
                </a:cubicBezTo>
                <a:cubicBezTo>
                  <a:pt x="4695159" y="5792174"/>
                  <a:pt x="4282584" y="5873375"/>
                  <a:pt x="3836514" y="5816094"/>
                </a:cubicBezTo>
                <a:cubicBezTo>
                  <a:pt x="3366654" y="5756610"/>
                  <a:pt x="2890533" y="5540704"/>
                  <a:pt x="2478896" y="5190093"/>
                </a:cubicBezTo>
                <a:cubicBezTo>
                  <a:pt x="2060060" y="4834446"/>
                  <a:pt x="1739829" y="4367069"/>
                  <a:pt x="1565784" y="3861610"/>
                </a:cubicBezTo>
                <a:cubicBezTo>
                  <a:pt x="1398312" y="3377868"/>
                  <a:pt x="1375461" y="2887515"/>
                  <a:pt x="1487213" y="2456018"/>
                </a:cubicBezTo>
                <a:cubicBezTo>
                  <a:pt x="1588635" y="2058512"/>
                  <a:pt x="1802122" y="1731821"/>
                  <a:pt x="2087920" y="1503325"/>
                </a:cubicBezTo>
                <a:cubicBezTo>
                  <a:pt x="2316903" y="1319916"/>
                  <a:pt x="2588546" y="1202771"/>
                  <a:pt x="2876635" y="1152526"/>
                </a:cubicBezTo>
                <a:lnTo>
                  <a:pt x="2988108" y="1136901"/>
                </a:lnTo>
                <a:lnTo>
                  <a:pt x="2989747" y="1138638"/>
                </a:lnTo>
                <a:lnTo>
                  <a:pt x="2989613" y="1138319"/>
                </a:lnTo>
                <a:lnTo>
                  <a:pt x="2990330" y="1136590"/>
                </a:lnTo>
                <a:lnTo>
                  <a:pt x="2988108" y="1136901"/>
                </a:lnTo>
                <a:close/>
                <a:moveTo>
                  <a:pt x="2143640" y="968596"/>
                </a:moveTo>
                <a:cubicBezTo>
                  <a:pt x="2199672" y="984018"/>
                  <a:pt x="2274488" y="989054"/>
                  <a:pt x="2329269" y="989054"/>
                </a:cubicBezTo>
                <a:cubicBezTo>
                  <a:pt x="2299842" y="1019583"/>
                  <a:pt x="2270730" y="1065219"/>
                  <a:pt x="2263218" y="1105819"/>
                </a:cubicBezTo>
                <a:lnTo>
                  <a:pt x="2232102" y="1034718"/>
                </a:lnTo>
                <a:lnTo>
                  <a:pt x="2236314" y="1032885"/>
                </a:lnTo>
                <a:lnTo>
                  <a:pt x="2233983" y="1033850"/>
                </a:lnTo>
                <a:lnTo>
                  <a:pt x="2231222" y="1032706"/>
                </a:lnTo>
                <a:lnTo>
                  <a:pt x="2232102" y="1034718"/>
                </a:lnTo>
                <a:lnTo>
                  <a:pt x="2111684" y="1087132"/>
                </a:lnTo>
                <a:cubicBezTo>
                  <a:pt x="1802088" y="1235597"/>
                  <a:pt x="1530959" y="1463551"/>
                  <a:pt x="1331010" y="1762350"/>
                </a:cubicBezTo>
                <a:cubicBezTo>
                  <a:pt x="1076828" y="2140972"/>
                  <a:pt x="938469" y="2620938"/>
                  <a:pt x="952555" y="3150632"/>
                </a:cubicBezTo>
                <a:cubicBezTo>
                  <a:pt x="962572" y="3708021"/>
                  <a:pt x="1153208" y="4298458"/>
                  <a:pt x="1507560" y="4833187"/>
                </a:cubicBezTo>
                <a:cubicBezTo>
                  <a:pt x="1868172" y="5375470"/>
                  <a:pt x="2358379" y="5799728"/>
                  <a:pt x="2899298" y="6044904"/>
                </a:cubicBezTo>
                <a:cubicBezTo>
                  <a:pt x="3417678" y="6284729"/>
                  <a:pt x="3961100" y="6355859"/>
                  <a:pt x="4451308" y="6264587"/>
                </a:cubicBezTo>
                <a:cubicBezTo>
                  <a:pt x="4894560" y="6182127"/>
                  <a:pt x="5275520" y="5964962"/>
                  <a:pt x="5557561" y="5657469"/>
                </a:cubicBezTo>
                <a:cubicBezTo>
                  <a:pt x="5812682" y="5379246"/>
                  <a:pt x="5984223" y="5031468"/>
                  <a:pt x="6065611" y="4656622"/>
                </a:cubicBezTo>
                <a:cubicBezTo>
                  <a:pt x="6121722" y="4400509"/>
                  <a:pt x="6135750" y="4128640"/>
                  <a:pt x="6111392" y="3856550"/>
                </a:cubicBezTo>
                <a:lnTo>
                  <a:pt x="6076241" y="3598641"/>
                </a:lnTo>
                <a:lnTo>
                  <a:pt x="6078930" y="3597974"/>
                </a:lnTo>
                <a:lnTo>
                  <a:pt x="6077344" y="3597317"/>
                </a:lnTo>
                <a:lnTo>
                  <a:pt x="6075431" y="3592700"/>
                </a:lnTo>
                <a:lnTo>
                  <a:pt x="6076241" y="3598641"/>
                </a:lnTo>
                <a:lnTo>
                  <a:pt x="6029926" y="3610139"/>
                </a:lnTo>
                <a:cubicBezTo>
                  <a:pt x="6046516" y="3582443"/>
                  <a:pt x="6057785" y="3535233"/>
                  <a:pt x="6061855" y="3495892"/>
                </a:cubicBezTo>
                <a:cubicBezTo>
                  <a:pt x="6081889" y="3541843"/>
                  <a:pt x="6112566" y="3597550"/>
                  <a:pt x="6140426" y="3635633"/>
                </a:cubicBezTo>
                <a:lnTo>
                  <a:pt x="6088005" y="3602243"/>
                </a:lnTo>
                <a:lnTo>
                  <a:pt x="6087834" y="3601006"/>
                </a:lnTo>
                <a:lnTo>
                  <a:pt x="6087042" y="3601334"/>
                </a:lnTo>
                <a:lnTo>
                  <a:pt x="6085715" y="3600784"/>
                </a:lnTo>
                <a:lnTo>
                  <a:pt x="6088005" y="3602243"/>
                </a:lnTo>
                <a:lnTo>
                  <a:pt x="6123869" y="3860961"/>
                </a:lnTo>
                <a:cubicBezTo>
                  <a:pt x="6149034" y="4134955"/>
                  <a:pt x="6135417" y="4408771"/>
                  <a:pt x="6078133" y="4667008"/>
                </a:cubicBezTo>
                <a:cubicBezTo>
                  <a:pt x="5997057" y="5044057"/>
                  <a:pt x="5825516" y="5395927"/>
                  <a:pt x="5568830" y="5676668"/>
                </a:cubicBezTo>
                <a:cubicBezTo>
                  <a:pt x="5285850" y="5988882"/>
                  <a:pt x="4902073" y="6208564"/>
                  <a:pt x="4455064" y="6292598"/>
                </a:cubicBezTo>
                <a:cubicBezTo>
                  <a:pt x="3959848" y="6386388"/>
                  <a:pt x="3411104" y="6315258"/>
                  <a:pt x="2888031" y="6074174"/>
                </a:cubicBezTo>
                <a:cubicBezTo>
                  <a:pt x="2341789" y="5827739"/>
                  <a:pt x="1846573" y="5398445"/>
                  <a:pt x="1482204" y="4851127"/>
                </a:cubicBezTo>
                <a:cubicBezTo>
                  <a:pt x="1124096" y="4311362"/>
                  <a:pt x="932208" y="3714316"/>
                  <a:pt x="923443" y="3151890"/>
                </a:cubicBezTo>
                <a:cubicBezTo>
                  <a:pt x="910609" y="2618420"/>
                  <a:pt x="1050221" y="2133418"/>
                  <a:pt x="1309411" y="1752278"/>
                </a:cubicBezTo>
                <a:cubicBezTo>
                  <a:pt x="1512646" y="1452378"/>
                  <a:pt x="1786104" y="1222359"/>
                  <a:pt x="2097908" y="1073394"/>
                </a:cubicBezTo>
                <a:lnTo>
                  <a:pt x="2219486" y="1020743"/>
                </a:lnTo>
                <a:lnTo>
                  <a:pt x="2220931" y="1021737"/>
                </a:lnTo>
                <a:lnTo>
                  <a:pt x="2220363" y="1020364"/>
                </a:lnTo>
                <a:lnTo>
                  <a:pt x="2219486" y="1020743"/>
                </a:lnTo>
                <a:close/>
                <a:moveTo>
                  <a:pt x="3122802" y="691947"/>
                </a:moveTo>
                <a:cubicBezTo>
                  <a:pt x="3164748" y="719958"/>
                  <a:pt x="3225790" y="748914"/>
                  <a:pt x="3272744" y="766853"/>
                </a:cubicBezTo>
                <a:cubicBezTo>
                  <a:pt x="3237374" y="778184"/>
                  <a:pt x="3194174" y="797382"/>
                  <a:pt x="3170072" y="820043"/>
                </a:cubicBezTo>
                <a:lnTo>
                  <a:pt x="3172125" y="769175"/>
                </a:lnTo>
                <a:lnTo>
                  <a:pt x="3172023" y="769133"/>
                </a:lnTo>
                <a:lnTo>
                  <a:pt x="3170679" y="765893"/>
                </a:lnTo>
                <a:lnTo>
                  <a:pt x="3030241" y="757282"/>
                </a:lnTo>
                <a:cubicBezTo>
                  <a:pt x="2666237" y="745983"/>
                  <a:pt x="2305438" y="812214"/>
                  <a:pt x="1978672" y="962302"/>
                </a:cubicBezTo>
                <a:cubicBezTo>
                  <a:pt x="1559523" y="1152714"/>
                  <a:pt x="1205171" y="1476573"/>
                  <a:pt x="975406" y="1914995"/>
                </a:cubicBezTo>
                <a:cubicBezTo>
                  <a:pt x="714964" y="2408809"/>
                  <a:pt x="621055" y="3014667"/>
                  <a:pt x="732807" y="3654831"/>
                </a:cubicBezTo>
                <a:cubicBezTo>
                  <a:pt x="852072" y="4343150"/>
                  <a:pt x="1196407" y="5011010"/>
                  <a:pt x="1716978" y="5545739"/>
                </a:cubicBezTo>
                <a:cubicBezTo>
                  <a:pt x="2231289" y="6076692"/>
                  <a:pt x="2866429" y="6418176"/>
                  <a:pt x="3515344" y="6528646"/>
                </a:cubicBezTo>
                <a:cubicBezTo>
                  <a:pt x="4116051" y="6631564"/>
                  <a:pt x="4674812" y="6531164"/>
                  <a:pt x="5125578" y="6268363"/>
                </a:cubicBezTo>
                <a:cubicBezTo>
                  <a:pt x="5528449" y="6036091"/>
                  <a:pt x="5831777" y="5680445"/>
                  <a:pt x="6017404" y="5261222"/>
                </a:cubicBezTo>
                <a:cubicBezTo>
                  <a:pt x="6162847" y="4932406"/>
                  <a:pt x="6233514" y="4569373"/>
                  <a:pt x="6233599" y="4201219"/>
                </a:cubicBezTo>
                <a:lnTo>
                  <a:pt x="6229720" y="4057751"/>
                </a:lnTo>
                <a:lnTo>
                  <a:pt x="6182372" y="4059891"/>
                </a:lnTo>
                <a:cubicBezTo>
                  <a:pt x="6203971" y="4035657"/>
                  <a:pt x="6223066" y="3992538"/>
                  <a:pt x="6233083" y="3954456"/>
                </a:cubicBezTo>
                <a:cubicBezTo>
                  <a:pt x="6247170" y="4002610"/>
                  <a:pt x="6271273" y="4064927"/>
                  <a:pt x="6296628" y="4108045"/>
                </a:cubicBezTo>
                <a:lnTo>
                  <a:pt x="6241222" y="4060083"/>
                </a:lnTo>
                <a:cubicBezTo>
                  <a:pt x="6241201" y="4059322"/>
                  <a:pt x="6241181" y="4058560"/>
                  <a:pt x="6241160" y="4057799"/>
                </a:cubicBezTo>
                <a:lnTo>
                  <a:pt x="6239418" y="4058521"/>
                </a:lnTo>
                <a:lnTo>
                  <a:pt x="6245232" y="4207464"/>
                </a:lnTo>
                <a:cubicBezTo>
                  <a:pt x="6245365" y="4577851"/>
                  <a:pt x="6175485" y="4944051"/>
                  <a:pt x="6028674" y="5275070"/>
                </a:cubicBezTo>
                <a:cubicBezTo>
                  <a:pt x="5842107" y="5698069"/>
                  <a:pt x="5538466" y="6056234"/>
                  <a:pt x="5132151" y="6292598"/>
                </a:cubicBezTo>
                <a:cubicBezTo>
                  <a:pt x="4681073" y="6557916"/>
                  <a:pt x="4116051" y="6660834"/>
                  <a:pt x="3511587" y="6557916"/>
                </a:cubicBezTo>
                <a:cubicBezTo>
                  <a:pt x="2857352" y="6447446"/>
                  <a:pt x="2216263" y="6103129"/>
                  <a:pt x="1696631" y="5567456"/>
                </a:cubicBezTo>
                <a:cubicBezTo>
                  <a:pt x="1169799" y="5028950"/>
                  <a:pt x="824212" y="4353221"/>
                  <a:pt x="704947" y="3658608"/>
                </a:cubicBezTo>
                <a:cubicBezTo>
                  <a:pt x="593195" y="3013408"/>
                  <a:pt x="689609" y="2402514"/>
                  <a:pt x="952555" y="1904608"/>
                </a:cubicBezTo>
                <a:cubicBezTo>
                  <a:pt x="1186076" y="1463984"/>
                  <a:pt x="1542932" y="1137607"/>
                  <a:pt x="1965838" y="947195"/>
                </a:cubicBezTo>
                <a:cubicBezTo>
                  <a:pt x="2247801" y="818548"/>
                  <a:pt x="2554767" y="751333"/>
                  <a:pt x="2867457" y="742363"/>
                </a:cubicBezTo>
                <a:cubicBezTo>
                  <a:pt x="2919571" y="740868"/>
                  <a:pt x="2971845" y="740991"/>
                  <a:pt x="3024189" y="742717"/>
                </a:cubicBezTo>
                <a:lnTo>
                  <a:pt x="3167903" y="751838"/>
                </a:lnTo>
                <a:close/>
                <a:moveTo>
                  <a:pt x="2233794" y="617041"/>
                </a:moveTo>
                <a:cubicBezTo>
                  <a:pt x="2287321" y="637184"/>
                  <a:pt x="2359632" y="652606"/>
                  <a:pt x="2412847" y="658900"/>
                </a:cubicBezTo>
                <a:cubicBezTo>
                  <a:pt x="2379979" y="681561"/>
                  <a:pt x="2344293" y="718385"/>
                  <a:pt x="2330520" y="752690"/>
                </a:cubicBezTo>
                <a:lnTo>
                  <a:pt x="2311469" y="687733"/>
                </a:lnTo>
                <a:lnTo>
                  <a:pt x="2312797" y="687417"/>
                </a:lnTo>
                <a:lnTo>
                  <a:pt x="2311180" y="686748"/>
                </a:lnTo>
                <a:lnTo>
                  <a:pt x="2311469" y="687733"/>
                </a:lnTo>
                <a:lnTo>
                  <a:pt x="2172801" y="720716"/>
                </a:lnTo>
                <a:cubicBezTo>
                  <a:pt x="1819471" y="816930"/>
                  <a:pt x="1488700" y="993145"/>
                  <a:pt x="1214249" y="1244301"/>
                </a:cubicBezTo>
                <a:cubicBezTo>
                  <a:pt x="863654" y="1564383"/>
                  <a:pt x="601960" y="2008785"/>
                  <a:pt x="483947" y="2537219"/>
                </a:cubicBezTo>
                <a:cubicBezTo>
                  <a:pt x="353100" y="3115067"/>
                  <a:pt x="401306" y="3767820"/>
                  <a:pt x="641402" y="4403893"/>
                </a:cubicBezTo>
                <a:cubicBezTo>
                  <a:pt x="891514" y="5068291"/>
                  <a:pt x="1334766" y="5668799"/>
                  <a:pt x="1901040" y="6110997"/>
                </a:cubicBezTo>
                <a:cubicBezTo>
                  <a:pt x="2330520" y="6452481"/>
                  <a:pt x="2814466" y="6673423"/>
                  <a:pt x="3299352" y="6775081"/>
                </a:cubicBezTo>
                <a:lnTo>
                  <a:pt x="3157236" y="6775081"/>
                </a:lnTo>
                <a:cubicBezTo>
                  <a:pt x="2713983" y="6662093"/>
                  <a:pt x="2275739" y="6449963"/>
                  <a:pt x="1882258" y="6137435"/>
                </a:cubicBezTo>
                <a:cubicBezTo>
                  <a:pt x="1309411" y="5691775"/>
                  <a:pt x="863654" y="5084657"/>
                  <a:pt x="610725" y="4415538"/>
                </a:cubicBezTo>
                <a:cubicBezTo>
                  <a:pt x="369690" y="3774115"/>
                  <a:pt x="321170" y="3113807"/>
                  <a:pt x="454522" y="2532184"/>
                </a:cubicBezTo>
                <a:cubicBezTo>
                  <a:pt x="575352" y="1999972"/>
                  <a:pt x="839551" y="1553053"/>
                  <a:pt x="1193902" y="1231712"/>
                </a:cubicBezTo>
                <a:cubicBezTo>
                  <a:pt x="1471639" y="979455"/>
                  <a:pt x="1805938" y="802861"/>
                  <a:pt x="2161566" y="706569"/>
                </a:cubicBezTo>
                <a:lnTo>
                  <a:pt x="2302016" y="673345"/>
                </a:lnTo>
                <a:lnTo>
                  <a:pt x="2303894" y="674895"/>
                </a:lnTo>
                <a:lnTo>
                  <a:pt x="2304810" y="672684"/>
                </a:lnTo>
                <a:close/>
                <a:moveTo>
                  <a:pt x="1569853" y="478559"/>
                </a:moveTo>
                <a:cubicBezTo>
                  <a:pt x="1629329" y="493666"/>
                  <a:pt x="1708213" y="501220"/>
                  <a:pt x="1766437" y="501220"/>
                </a:cubicBezTo>
                <a:cubicBezTo>
                  <a:pt x="1736073" y="533008"/>
                  <a:pt x="1704457" y="577700"/>
                  <a:pt x="1696631" y="617041"/>
                </a:cubicBezTo>
                <a:lnTo>
                  <a:pt x="1664270" y="547240"/>
                </a:lnTo>
                <a:lnTo>
                  <a:pt x="1665289" y="546848"/>
                </a:lnTo>
                <a:lnTo>
                  <a:pt x="1663803" y="546232"/>
                </a:lnTo>
                <a:lnTo>
                  <a:pt x="1664270" y="547240"/>
                </a:lnTo>
                <a:lnTo>
                  <a:pt x="1515379" y="604535"/>
                </a:lnTo>
                <a:cubicBezTo>
                  <a:pt x="1141015" y="762403"/>
                  <a:pt x="796548" y="1005813"/>
                  <a:pt x="521824" y="1328020"/>
                </a:cubicBezTo>
                <a:cubicBezTo>
                  <a:pt x="299571" y="1588618"/>
                  <a:pt x="121769" y="1899573"/>
                  <a:pt x="0" y="2248925"/>
                </a:cubicBezTo>
                <a:lnTo>
                  <a:pt x="0" y="2161115"/>
                </a:lnTo>
                <a:lnTo>
                  <a:pt x="1252" y="2161115"/>
                </a:lnTo>
                <a:cubicBezTo>
                  <a:pt x="123334" y="1843865"/>
                  <a:pt x="292058" y="1558089"/>
                  <a:pt x="498972" y="1316690"/>
                </a:cubicBezTo>
                <a:cubicBezTo>
                  <a:pt x="776983" y="993381"/>
                  <a:pt x="1124737" y="747664"/>
                  <a:pt x="1501760" y="590081"/>
                </a:cubicBezTo>
                <a:lnTo>
                  <a:pt x="1652156" y="532864"/>
                </a:lnTo>
                <a:lnTo>
                  <a:pt x="1653585" y="533807"/>
                </a:lnTo>
                <a:lnTo>
                  <a:pt x="1654316" y="532042"/>
                </a:lnTo>
                <a:lnTo>
                  <a:pt x="1652156" y="532864"/>
                </a:lnTo>
                <a:close/>
                <a:moveTo>
                  <a:pt x="2350867" y="454325"/>
                </a:moveTo>
                <a:cubicBezTo>
                  <a:pt x="2401578" y="477300"/>
                  <a:pt x="2471385" y="496184"/>
                  <a:pt x="2523347" y="506570"/>
                </a:cubicBezTo>
                <a:cubicBezTo>
                  <a:pt x="2489226" y="525454"/>
                  <a:pt x="2451037" y="557242"/>
                  <a:pt x="2434446" y="587771"/>
                </a:cubicBezTo>
                <a:lnTo>
                  <a:pt x="2420975" y="525119"/>
                </a:lnTo>
                <a:lnTo>
                  <a:pt x="2421313" y="525070"/>
                </a:lnTo>
                <a:lnTo>
                  <a:pt x="2420928" y="524910"/>
                </a:lnTo>
                <a:cubicBezTo>
                  <a:pt x="2420943" y="524980"/>
                  <a:pt x="2420958" y="525049"/>
                  <a:pt x="2420975" y="525119"/>
                </a:cubicBezTo>
                <a:lnTo>
                  <a:pt x="2258839" y="548648"/>
                </a:lnTo>
                <a:cubicBezTo>
                  <a:pt x="1848074" y="621846"/>
                  <a:pt x="1457592" y="787665"/>
                  <a:pt x="1125348" y="1050112"/>
                </a:cubicBezTo>
                <a:cubicBezTo>
                  <a:pt x="693365" y="1389078"/>
                  <a:pt x="368438" y="1883207"/>
                  <a:pt x="217244" y="2492842"/>
                </a:cubicBezTo>
                <a:cubicBezTo>
                  <a:pt x="46955" y="3169516"/>
                  <a:pt x="109248" y="3940608"/>
                  <a:pt x="422906" y="4684633"/>
                </a:cubicBezTo>
                <a:cubicBezTo>
                  <a:pt x="749397" y="5464539"/>
                  <a:pt x="1315672" y="6134917"/>
                  <a:pt x="2023123" y="6580892"/>
                </a:cubicBezTo>
                <a:cubicBezTo>
                  <a:pt x="2134875" y="6653280"/>
                  <a:pt x="2249132" y="6717800"/>
                  <a:pt x="2365892" y="6775081"/>
                </a:cubicBezTo>
                <a:lnTo>
                  <a:pt x="2288574" y="6775081"/>
                </a:lnTo>
                <a:cubicBezTo>
                  <a:pt x="2193412" y="6725668"/>
                  <a:pt x="2097937" y="6670905"/>
                  <a:pt x="2005280" y="6611106"/>
                </a:cubicBezTo>
                <a:cubicBezTo>
                  <a:pt x="1290316" y="6162928"/>
                  <a:pt x="718720" y="5485940"/>
                  <a:pt x="391289" y="4698796"/>
                </a:cubicBezTo>
                <a:cubicBezTo>
                  <a:pt x="74815" y="3948161"/>
                  <a:pt x="14087" y="3170774"/>
                  <a:pt x="186567" y="2488750"/>
                </a:cubicBezTo>
                <a:cubicBezTo>
                  <a:pt x="340265" y="1875338"/>
                  <a:pt x="669261" y="1377748"/>
                  <a:pt x="1106253" y="1037208"/>
                </a:cubicBezTo>
                <a:cubicBezTo>
                  <a:pt x="1441784" y="773935"/>
                  <a:pt x="1835793" y="606807"/>
                  <a:pt x="2248855" y="534350"/>
                </a:cubicBezTo>
                <a:lnTo>
                  <a:pt x="2412175" y="511182"/>
                </a:lnTo>
                <a:lnTo>
                  <a:pt x="2413618" y="512520"/>
                </a:lnTo>
                <a:lnTo>
                  <a:pt x="2414296" y="510881"/>
                </a:lnTo>
                <a:lnTo>
                  <a:pt x="2412175" y="511182"/>
                </a:lnTo>
                <a:close/>
                <a:moveTo>
                  <a:pt x="2706471" y="194042"/>
                </a:moveTo>
                <a:cubicBezTo>
                  <a:pt x="2750921" y="222053"/>
                  <a:pt x="2814466" y="248490"/>
                  <a:pt x="2862673" y="266430"/>
                </a:cubicBezTo>
                <a:cubicBezTo>
                  <a:pt x="2825735" y="277760"/>
                  <a:pt x="2782537" y="298218"/>
                  <a:pt x="2760938" y="319620"/>
                </a:cubicBezTo>
                <a:cubicBezTo>
                  <a:pt x="2760581" y="302321"/>
                  <a:pt x="2760225" y="285023"/>
                  <a:pt x="2759868" y="267724"/>
                </a:cubicBezTo>
                <a:lnTo>
                  <a:pt x="2759125" y="267416"/>
                </a:lnTo>
                <a:lnTo>
                  <a:pt x="2758932" y="266947"/>
                </a:lnTo>
                <a:lnTo>
                  <a:pt x="2609322" y="259473"/>
                </a:lnTo>
                <a:cubicBezTo>
                  <a:pt x="2225508" y="250054"/>
                  <a:pt x="1842112" y="308919"/>
                  <a:pt x="1482204" y="436700"/>
                </a:cubicBezTo>
                <a:cubicBezTo>
                  <a:pt x="1019857" y="600360"/>
                  <a:pt x="590691" y="881101"/>
                  <a:pt x="255121" y="1277348"/>
                </a:cubicBezTo>
                <a:cubicBezTo>
                  <a:pt x="163716" y="1385301"/>
                  <a:pt x="78884" y="1502067"/>
                  <a:pt x="1252" y="1625441"/>
                </a:cubicBezTo>
                <a:lnTo>
                  <a:pt x="1252" y="1573196"/>
                </a:lnTo>
                <a:cubicBezTo>
                  <a:pt x="72310" y="1465243"/>
                  <a:pt x="148690" y="1362326"/>
                  <a:pt x="231017" y="1266018"/>
                </a:cubicBezTo>
                <a:cubicBezTo>
                  <a:pt x="570343" y="867253"/>
                  <a:pt x="1003266" y="586512"/>
                  <a:pt x="1468118" y="422537"/>
                </a:cubicBezTo>
                <a:cubicBezTo>
                  <a:pt x="1778723" y="313010"/>
                  <a:pt x="2106409" y="254293"/>
                  <a:pt x="2436647" y="246253"/>
                </a:cubicBezTo>
                <a:cubicBezTo>
                  <a:pt x="2491687" y="244913"/>
                  <a:pt x="2546797" y="244980"/>
                  <a:pt x="2601914" y="246455"/>
                </a:cubicBezTo>
                <a:lnTo>
                  <a:pt x="2756112" y="254520"/>
                </a:lnTo>
                <a:cubicBezTo>
                  <a:pt x="2756181" y="254607"/>
                  <a:pt x="2756253" y="254693"/>
                  <a:pt x="2756326" y="254780"/>
                </a:cubicBezTo>
                <a:cubicBezTo>
                  <a:pt x="2756358" y="254699"/>
                  <a:pt x="2756392" y="254618"/>
                  <a:pt x="2756425" y="254537"/>
                </a:cubicBezTo>
                <a:lnTo>
                  <a:pt x="2756112" y="254520"/>
                </a:lnTo>
                <a:close/>
                <a:moveTo>
                  <a:pt x="1577366" y="148405"/>
                </a:moveTo>
                <a:cubicBezTo>
                  <a:pt x="1635903" y="167289"/>
                  <a:pt x="1713221" y="181452"/>
                  <a:pt x="1770506" y="186488"/>
                </a:cubicBezTo>
                <a:cubicBezTo>
                  <a:pt x="1737325" y="211667"/>
                  <a:pt x="1701952" y="250064"/>
                  <a:pt x="1689118" y="285314"/>
                </a:cubicBezTo>
                <a:lnTo>
                  <a:pt x="1664706" y="219678"/>
                </a:lnTo>
                <a:lnTo>
                  <a:pt x="1668138" y="218818"/>
                </a:lnTo>
                <a:lnTo>
                  <a:pt x="1502526" y="260304"/>
                </a:lnTo>
                <a:cubicBezTo>
                  <a:pt x="1089819" y="376188"/>
                  <a:pt x="694578" y="575536"/>
                  <a:pt x="356856" y="855608"/>
                </a:cubicBezTo>
                <a:cubicBezTo>
                  <a:pt x="231017" y="958525"/>
                  <a:pt x="111752" y="1074031"/>
                  <a:pt x="1252" y="1201183"/>
                </a:cubicBezTo>
                <a:lnTo>
                  <a:pt x="1252" y="1161842"/>
                </a:lnTo>
                <a:cubicBezTo>
                  <a:pt x="105492" y="1046335"/>
                  <a:pt x="217244" y="939641"/>
                  <a:pt x="335257" y="843018"/>
                </a:cubicBezTo>
                <a:cubicBezTo>
                  <a:pt x="676539" y="561845"/>
                  <a:pt x="1075102" y="362359"/>
                  <a:pt x="1490051" y="246248"/>
                </a:cubicBezTo>
                <a:lnTo>
                  <a:pt x="1654245" y="205224"/>
                </a:lnTo>
                <a:lnTo>
                  <a:pt x="1655226" y="205949"/>
                </a:lnTo>
                <a:lnTo>
                  <a:pt x="1654969" y="205329"/>
                </a:lnTo>
                <a:lnTo>
                  <a:pt x="1655101" y="205010"/>
                </a:lnTo>
                <a:lnTo>
                  <a:pt x="1654245" y="205224"/>
                </a:lnTo>
                <a:close/>
                <a:moveTo>
                  <a:pt x="2251163" y="137"/>
                </a:moveTo>
                <a:cubicBezTo>
                  <a:pt x="2616452" y="-2965"/>
                  <a:pt x="2984449" y="47022"/>
                  <a:pt x="3337589" y="142529"/>
                </a:cubicBezTo>
                <a:lnTo>
                  <a:pt x="3500697" y="190472"/>
                </a:lnTo>
                <a:lnTo>
                  <a:pt x="3500819" y="190693"/>
                </a:lnTo>
                <a:cubicBezTo>
                  <a:pt x="3500842" y="190638"/>
                  <a:pt x="3500864" y="190583"/>
                  <a:pt x="3500887" y="190528"/>
                </a:cubicBezTo>
                <a:lnTo>
                  <a:pt x="3500697" y="190472"/>
                </a:lnTo>
                <a:lnTo>
                  <a:pt x="3470893" y="136760"/>
                </a:lnTo>
                <a:cubicBezTo>
                  <a:pt x="3505327" y="167289"/>
                  <a:pt x="3556038" y="202854"/>
                  <a:pt x="3596732" y="225829"/>
                </a:cubicBezTo>
                <a:cubicBezTo>
                  <a:pt x="3561046" y="225829"/>
                  <a:pt x="3516596" y="229606"/>
                  <a:pt x="3489988" y="242196"/>
                </a:cubicBezTo>
                <a:lnTo>
                  <a:pt x="3502515" y="201613"/>
                </a:lnTo>
                <a:lnTo>
                  <a:pt x="3340978" y="154278"/>
                </a:lnTo>
                <a:cubicBezTo>
                  <a:pt x="2930934" y="43713"/>
                  <a:pt x="2499948" y="-5616"/>
                  <a:pt x="2077590" y="19995"/>
                </a:cubicBezTo>
                <a:cubicBezTo>
                  <a:pt x="1532915" y="51783"/>
                  <a:pt x="985423" y="207890"/>
                  <a:pt x="503042" y="494925"/>
                </a:cubicBezTo>
                <a:cubicBezTo>
                  <a:pt x="326492" y="599101"/>
                  <a:pt x="157455" y="721217"/>
                  <a:pt x="1252" y="860643"/>
                </a:cubicBezTo>
                <a:lnTo>
                  <a:pt x="1252" y="826338"/>
                </a:lnTo>
                <a:cubicBezTo>
                  <a:pt x="153699" y="694465"/>
                  <a:pt x="314910" y="578958"/>
                  <a:pt x="483947" y="479818"/>
                </a:cubicBezTo>
                <a:cubicBezTo>
                  <a:pt x="970398" y="192783"/>
                  <a:pt x="1521333" y="36676"/>
                  <a:pt x="2068825" y="6147"/>
                </a:cubicBezTo>
                <a:cubicBezTo>
                  <a:pt x="2129475" y="2645"/>
                  <a:pt x="2190281" y="654"/>
                  <a:pt x="2251163" y="137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49AB93"/>
              </a:gs>
            </a:gsLst>
            <a:lin ang="5400000" scaled="0"/>
          </a:gradFill>
          <a:ln>
            <a:noFill/>
          </a:ln>
        </p:spPr>
        <p:txBody>
          <a:bodyPr anchorCtr="0" anchor="ctr" bIns="28575" lIns="28575" spcFirstLastPara="1" rIns="28575" wrap="square" tIns="2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1">
  <p:cSld name="TITLE_1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49" name="Google Shape;49;p1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0" name="Google Shape;50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7"/>
          <p:cNvSpPr/>
          <p:nvPr>
            <p:ph idx="2" type="pic"/>
          </p:nvPr>
        </p:nvSpPr>
        <p:spPr>
          <a:xfrm>
            <a:off x="1723967" y="0"/>
            <a:ext cx="4767600" cy="4396200"/>
          </a:xfrm>
          <a:prstGeom prst="rect">
            <a:avLst/>
          </a:prstGeom>
          <a:noFill/>
          <a:ln>
            <a:noFill/>
          </a:ln>
        </p:spPr>
      </p:sp>
      <p:sp>
        <p:nvSpPr>
          <p:cNvPr id="53" name="Google Shape;53;p17"/>
          <p:cNvSpPr txBox="1"/>
          <p:nvPr>
            <p:ph type="title"/>
          </p:nvPr>
        </p:nvSpPr>
        <p:spPr>
          <a:xfrm>
            <a:off x="6407944" y="1897083"/>
            <a:ext cx="2102700" cy="19398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600"/>
              <a:buFont typeface="Calibri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4" name="Google Shape;54;p17"/>
          <p:cNvSpPr txBox="1"/>
          <p:nvPr>
            <p:ph idx="1" type="body"/>
          </p:nvPr>
        </p:nvSpPr>
        <p:spPr>
          <a:xfrm>
            <a:off x="5023263" y="4007922"/>
            <a:ext cx="3487200" cy="559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939393"/>
              </a:buClr>
              <a:buSzPts val="1800"/>
              <a:buNone/>
              <a:defRPr sz="1800">
                <a:solidFill>
                  <a:srgbClr val="939393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500"/>
              <a:buNone/>
              <a:defRPr sz="1500">
                <a:solidFill>
                  <a:srgbClr val="939393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400"/>
              <a:buNone/>
              <a:defRPr sz="1400">
                <a:solidFill>
                  <a:srgbClr val="939393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9pPr>
          </a:lstStyle>
          <a:p/>
        </p:txBody>
      </p:sp>
      <p:sp>
        <p:nvSpPr>
          <p:cNvPr id="55" name="Google Shape;55;p17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7" name="Google Shape;57;p17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8" name="Google Shape;58;p17"/>
          <p:cNvSpPr/>
          <p:nvPr/>
        </p:nvSpPr>
        <p:spPr>
          <a:xfrm>
            <a:off x="0" y="0"/>
            <a:ext cx="8295783" cy="5140638"/>
          </a:xfrm>
          <a:custGeom>
            <a:rect b="b" l="l" r="r" t="t"/>
            <a:pathLst>
              <a:path extrusionOk="0" h="21600" w="21537">
                <a:moveTo>
                  <a:pt x="17673" y="4687"/>
                </a:moveTo>
                <a:cubicBezTo>
                  <a:pt x="17742" y="4671"/>
                  <a:pt x="17809" y="4655"/>
                  <a:pt x="17878" y="4639"/>
                </a:cubicBezTo>
                <a:cubicBezTo>
                  <a:pt x="17757" y="2958"/>
                  <a:pt x="17369" y="1369"/>
                  <a:pt x="16716" y="60"/>
                </a:cubicBezTo>
                <a:cubicBezTo>
                  <a:pt x="16706" y="40"/>
                  <a:pt x="16696" y="24"/>
                  <a:pt x="16687" y="4"/>
                </a:cubicBezTo>
                <a:lnTo>
                  <a:pt x="16771" y="4"/>
                </a:lnTo>
                <a:cubicBezTo>
                  <a:pt x="17418" y="1325"/>
                  <a:pt x="17807" y="2918"/>
                  <a:pt x="17923" y="4603"/>
                </a:cubicBezTo>
                <a:cubicBezTo>
                  <a:pt x="17985" y="4507"/>
                  <a:pt x="18049" y="4410"/>
                  <a:pt x="18111" y="4314"/>
                </a:cubicBezTo>
                <a:cubicBezTo>
                  <a:pt x="18034" y="4559"/>
                  <a:pt x="17970" y="4903"/>
                  <a:pt x="17935" y="5159"/>
                </a:cubicBezTo>
                <a:cubicBezTo>
                  <a:pt x="17873" y="4983"/>
                  <a:pt x="17772" y="4783"/>
                  <a:pt x="17673" y="4687"/>
                </a:cubicBezTo>
                <a:close/>
                <a:moveTo>
                  <a:pt x="18047" y="4"/>
                </a:moveTo>
                <a:cubicBezTo>
                  <a:pt x="18118" y="240"/>
                  <a:pt x="18183" y="476"/>
                  <a:pt x="18244" y="720"/>
                </a:cubicBezTo>
                <a:cubicBezTo>
                  <a:pt x="18170" y="772"/>
                  <a:pt x="18096" y="824"/>
                  <a:pt x="18022" y="876"/>
                </a:cubicBezTo>
                <a:cubicBezTo>
                  <a:pt x="18150" y="921"/>
                  <a:pt x="18296" y="1069"/>
                  <a:pt x="18395" y="1213"/>
                </a:cubicBezTo>
                <a:cubicBezTo>
                  <a:pt x="18393" y="933"/>
                  <a:pt x="18410" y="552"/>
                  <a:pt x="18460" y="260"/>
                </a:cubicBezTo>
                <a:cubicBezTo>
                  <a:pt x="18403" y="392"/>
                  <a:pt x="18348" y="524"/>
                  <a:pt x="18291" y="652"/>
                </a:cubicBezTo>
                <a:cubicBezTo>
                  <a:pt x="18237" y="432"/>
                  <a:pt x="18178" y="212"/>
                  <a:pt x="18116" y="0"/>
                </a:cubicBezTo>
                <a:lnTo>
                  <a:pt x="18047" y="0"/>
                </a:lnTo>
                <a:close/>
                <a:moveTo>
                  <a:pt x="10420" y="20419"/>
                </a:moveTo>
                <a:cubicBezTo>
                  <a:pt x="10297" y="20395"/>
                  <a:pt x="10146" y="20339"/>
                  <a:pt x="10059" y="20255"/>
                </a:cubicBezTo>
                <a:cubicBezTo>
                  <a:pt x="10072" y="20335"/>
                  <a:pt x="10084" y="20411"/>
                  <a:pt x="10096" y="20487"/>
                </a:cubicBezTo>
                <a:cubicBezTo>
                  <a:pt x="8964" y="20820"/>
                  <a:pt x="7807" y="20816"/>
                  <a:pt x="6736" y="20431"/>
                </a:cubicBezTo>
                <a:cubicBezTo>
                  <a:pt x="5547" y="20011"/>
                  <a:pt x="4439" y="19131"/>
                  <a:pt x="3556" y="17818"/>
                </a:cubicBezTo>
                <a:cubicBezTo>
                  <a:pt x="2577" y="16369"/>
                  <a:pt x="1887" y="14412"/>
                  <a:pt x="1625" y="12131"/>
                </a:cubicBezTo>
                <a:cubicBezTo>
                  <a:pt x="1333" y="9605"/>
                  <a:pt x="1558" y="6812"/>
                  <a:pt x="2322" y="4146"/>
                </a:cubicBezTo>
                <a:cubicBezTo>
                  <a:pt x="2735" y="2669"/>
                  <a:pt x="3309" y="1269"/>
                  <a:pt x="4013" y="0"/>
                </a:cubicBezTo>
                <a:lnTo>
                  <a:pt x="3885" y="0"/>
                </a:lnTo>
                <a:cubicBezTo>
                  <a:pt x="3197" y="1253"/>
                  <a:pt x="2638" y="2637"/>
                  <a:pt x="2233" y="4090"/>
                </a:cubicBezTo>
                <a:cubicBezTo>
                  <a:pt x="1464" y="6784"/>
                  <a:pt x="1241" y="9601"/>
                  <a:pt x="1541" y="12151"/>
                </a:cubicBezTo>
                <a:cubicBezTo>
                  <a:pt x="1808" y="14448"/>
                  <a:pt x="2507" y="16421"/>
                  <a:pt x="3497" y="17878"/>
                </a:cubicBezTo>
                <a:cubicBezTo>
                  <a:pt x="4389" y="19199"/>
                  <a:pt x="5504" y="20079"/>
                  <a:pt x="6704" y="20499"/>
                </a:cubicBezTo>
                <a:cubicBezTo>
                  <a:pt x="7784" y="20880"/>
                  <a:pt x="8949" y="20884"/>
                  <a:pt x="10089" y="20547"/>
                </a:cubicBezTo>
                <a:cubicBezTo>
                  <a:pt x="10052" y="20639"/>
                  <a:pt x="10017" y="20732"/>
                  <a:pt x="9980" y="20820"/>
                </a:cubicBezTo>
                <a:cubicBezTo>
                  <a:pt x="10099" y="20680"/>
                  <a:pt x="10279" y="20523"/>
                  <a:pt x="10420" y="20419"/>
                </a:cubicBezTo>
                <a:close/>
                <a:moveTo>
                  <a:pt x="17465" y="4579"/>
                </a:moveTo>
                <a:cubicBezTo>
                  <a:pt x="17275" y="2834"/>
                  <a:pt x="16751" y="1209"/>
                  <a:pt x="15937" y="0"/>
                </a:cubicBezTo>
                <a:lnTo>
                  <a:pt x="15833" y="0"/>
                </a:lnTo>
                <a:cubicBezTo>
                  <a:pt x="16677" y="1201"/>
                  <a:pt x="17223" y="2846"/>
                  <a:pt x="17418" y="4623"/>
                </a:cubicBezTo>
                <a:cubicBezTo>
                  <a:pt x="17606" y="6308"/>
                  <a:pt x="17488" y="8097"/>
                  <a:pt x="17104" y="9829"/>
                </a:cubicBezTo>
                <a:cubicBezTo>
                  <a:pt x="17057" y="9793"/>
                  <a:pt x="17010" y="9757"/>
                  <a:pt x="16961" y="9721"/>
                </a:cubicBezTo>
                <a:cubicBezTo>
                  <a:pt x="17001" y="9878"/>
                  <a:pt x="17013" y="10134"/>
                  <a:pt x="17008" y="10338"/>
                </a:cubicBezTo>
                <a:cubicBezTo>
                  <a:pt x="17095" y="10130"/>
                  <a:pt x="17223" y="9873"/>
                  <a:pt x="17334" y="9713"/>
                </a:cubicBezTo>
                <a:cubicBezTo>
                  <a:pt x="17270" y="9753"/>
                  <a:pt x="17206" y="9793"/>
                  <a:pt x="17142" y="9829"/>
                </a:cubicBezTo>
                <a:cubicBezTo>
                  <a:pt x="17532" y="8084"/>
                  <a:pt x="17653" y="6280"/>
                  <a:pt x="17465" y="4579"/>
                </a:cubicBezTo>
                <a:close/>
                <a:moveTo>
                  <a:pt x="6963" y="901"/>
                </a:moveTo>
                <a:cubicBezTo>
                  <a:pt x="7213" y="576"/>
                  <a:pt x="7475" y="280"/>
                  <a:pt x="7742" y="4"/>
                </a:cubicBezTo>
                <a:lnTo>
                  <a:pt x="7589" y="4"/>
                </a:lnTo>
                <a:cubicBezTo>
                  <a:pt x="7357" y="252"/>
                  <a:pt x="7132" y="516"/>
                  <a:pt x="6912" y="796"/>
                </a:cubicBezTo>
                <a:cubicBezTo>
                  <a:pt x="5445" y="2673"/>
                  <a:pt x="4389" y="5227"/>
                  <a:pt x="3964" y="7836"/>
                </a:cubicBezTo>
                <a:cubicBezTo>
                  <a:pt x="3556" y="10322"/>
                  <a:pt x="3717" y="12751"/>
                  <a:pt x="4345" y="14640"/>
                </a:cubicBezTo>
                <a:cubicBezTo>
                  <a:pt x="4913" y="16369"/>
                  <a:pt x="5870" y="17670"/>
                  <a:pt x="6998" y="18370"/>
                </a:cubicBezTo>
                <a:cubicBezTo>
                  <a:pt x="8019" y="19011"/>
                  <a:pt x="9164" y="19163"/>
                  <a:pt x="10326" y="18874"/>
                </a:cubicBezTo>
                <a:cubicBezTo>
                  <a:pt x="10289" y="18971"/>
                  <a:pt x="10252" y="19067"/>
                  <a:pt x="10215" y="19163"/>
                </a:cubicBezTo>
                <a:cubicBezTo>
                  <a:pt x="10339" y="19015"/>
                  <a:pt x="10524" y="18858"/>
                  <a:pt x="10668" y="18754"/>
                </a:cubicBezTo>
                <a:cubicBezTo>
                  <a:pt x="10542" y="18722"/>
                  <a:pt x="10388" y="18654"/>
                  <a:pt x="10299" y="18558"/>
                </a:cubicBezTo>
                <a:cubicBezTo>
                  <a:pt x="10312" y="18642"/>
                  <a:pt x="10324" y="18726"/>
                  <a:pt x="10336" y="18810"/>
                </a:cubicBezTo>
                <a:cubicBezTo>
                  <a:pt x="9186" y="19095"/>
                  <a:pt x="8049" y="18939"/>
                  <a:pt x="7038" y="18302"/>
                </a:cubicBezTo>
                <a:cubicBezTo>
                  <a:pt x="5922" y="17606"/>
                  <a:pt x="4975" y="16313"/>
                  <a:pt x="4414" y="14596"/>
                </a:cubicBezTo>
                <a:cubicBezTo>
                  <a:pt x="3796" y="12723"/>
                  <a:pt x="3640" y="10322"/>
                  <a:pt x="4046" y="7860"/>
                </a:cubicBezTo>
                <a:cubicBezTo>
                  <a:pt x="4468" y="5279"/>
                  <a:pt x="5514" y="2758"/>
                  <a:pt x="6963" y="901"/>
                </a:cubicBezTo>
                <a:close/>
                <a:moveTo>
                  <a:pt x="18927" y="5543"/>
                </a:moveTo>
                <a:cubicBezTo>
                  <a:pt x="18999" y="5663"/>
                  <a:pt x="19060" y="5887"/>
                  <a:pt x="19093" y="6075"/>
                </a:cubicBezTo>
                <a:cubicBezTo>
                  <a:pt x="19149" y="5835"/>
                  <a:pt x="19241" y="5519"/>
                  <a:pt x="19332" y="5303"/>
                </a:cubicBezTo>
                <a:cubicBezTo>
                  <a:pt x="19271" y="5379"/>
                  <a:pt x="19206" y="5455"/>
                  <a:pt x="19145" y="5531"/>
                </a:cubicBezTo>
                <a:cubicBezTo>
                  <a:pt x="19246" y="3638"/>
                  <a:pt x="19102" y="1745"/>
                  <a:pt x="18692" y="4"/>
                </a:cubicBezTo>
                <a:lnTo>
                  <a:pt x="18630" y="4"/>
                </a:lnTo>
                <a:cubicBezTo>
                  <a:pt x="19053" y="1749"/>
                  <a:pt x="19201" y="3654"/>
                  <a:pt x="19102" y="5555"/>
                </a:cubicBezTo>
                <a:cubicBezTo>
                  <a:pt x="19046" y="5551"/>
                  <a:pt x="18986" y="5547"/>
                  <a:pt x="18927" y="5543"/>
                </a:cubicBezTo>
                <a:close/>
                <a:moveTo>
                  <a:pt x="20895" y="7252"/>
                </a:moveTo>
                <a:cubicBezTo>
                  <a:pt x="20853" y="7232"/>
                  <a:pt x="20809" y="7208"/>
                  <a:pt x="20767" y="7188"/>
                </a:cubicBezTo>
                <a:cubicBezTo>
                  <a:pt x="20804" y="7324"/>
                  <a:pt x="20819" y="7552"/>
                  <a:pt x="20819" y="7736"/>
                </a:cubicBezTo>
                <a:cubicBezTo>
                  <a:pt x="20895" y="7528"/>
                  <a:pt x="21007" y="7264"/>
                  <a:pt x="21103" y="7088"/>
                </a:cubicBezTo>
                <a:cubicBezTo>
                  <a:pt x="21046" y="7140"/>
                  <a:pt x="20989" y="7188"/>
                  <a:pt x="20932" y="7240"/>
                </a:cubicBezTo>
                <a:cubicBezTo>
                  <a:pt x="21382" y="4915"/>
                  <a:pt x="21600" y="2429"/>
                  <a:pt x="21521" y="0"/>
                </a:cubicBezTo>
                <a:lnTo>
                  <a:pt x="21476" y="0"/>
                </a:lnTo>
                <a:cubicBezTo>
                  <a:pt x="21558" y="2433"/>
                  <a:pt x="21345" y="4923"/>
                  <a:pt x="20895" y="7252"/>
                </a:cubicBezTo>
                <a:close/>
                <a:moveTo>
                  <a:pt x="25" y="20812"/>
                </a:moveTo>
                <a:cubicBezTo>
                  <a:pt x="17" y="20804"/>
                  <a:pt x="10" y="20792"/>
                  <a:pt x="0" y="20784"/>
                </a:cubicBezTo>
                <a:lnTo>
                  <a:pt x="0" y="20920"/>
                </a:lnTo>
                <a:cubicBezTo>
                  <a:pt x="210" y="21160"/>
                  <a:pt x="423" y="21384"/>
                  <a:pt x="643" y="21600"/>
                </a:cubicBezTo>
                <a:lnTo>
                  <a:pt x="764" y="21600"/>
                </a:lnTo>
                <a:cubicBezTo>
                  <a:pt x="512" y="21352"/>
                  <a:pt x="265" y="21088"/>
                  <a:pt x="25" y="20812"/>
                </a:cubicBezTo>
                <a:close/>
                <a:moveTo>
                  <a:pt x="19679" y="4"/>
                </a:moveTo>
                <a:cubicBezTo>
                  <a:pt x="19763" y="556"/>
                  <a:pt x="19825" y="1121"/>
                  <a:pt x="19864" y="1689"/>
                </a:cubicBezTo>
                <a:cubicBezTo>
                  <a:pt x="19797" y="1713"/>
                  <a:pt x="19731" y="1737"/>
                  <a:pt x="19664" y="1761"/>
                </a:cubicBezTo>
                <a:cubicBezTo>
                  <a:pt x="19763" y="1849"/>
                  <a:pt x="19862" y="2045"/>
                  <a:pt x="19923" y="2221"/>
                </a:cubicBezTo>
                <a:cubicBezTo>
                  <a:pt x="19956" y="1953"/>
                  <a:pt x="20017" y="1593"/>
                  <a:pt x="20092" y="1333"/>
                </a:cubicBezTo>
                <a:cubicBezTo>
                  <a:pt x="20030" y="1437"/>
                  <a:pt x="19970" y="1545"/>
                  <a:pt x="19909" y="1649"/>
                </a:cubicBezTo>
                <a:cubicBezTo>
                  <a:pt x="19869" y="1097"/>
                  <a:pt x="19810" y="548"/>
                  <a:pt x="19731" y="8"/>
                </a:cubicBezTo>
                <a:lnTo>
                  <a:pt x="19679" y="8"/>
                </a:lnTo>
                <a:close/>
                <a:moveTo>
                  <a:pt x="19172" y="4"/>
                </a:moveTo>
                <a:cubicBezTo>
                  <a:pt x="19243" y="372"/>
                  <a:pt x="19303" y="748"/>
                  <a:pt x="19352" y="1125"/>
                </a:cubicBezTo>
                <a:cubicBezTo>
                  <a:pt x="19283" y="1157"/>
                  <a:pt x="19214" y="1193"/>
                  <a:pt x="19142" y="1225"/>
                </a:cubicBezTo>
                <a:cubicBezTo>
                  <a:pt x="19251" y="1297"/>
                  <a:pt x="19370" y="1481"/>
                  <a:pt x="19444" y="1645"/>
                </a:cubicBezTo>
                <a:cubicBezTo>
                  <a:pt x="19463" y="1369"/>
                  <a:pt x="19510" y="997"/>
                  <a:pt x="19575" y="724"/>
                </a:cubicBezTo>
                <a:cubicBezTo>
                  <a:pt x="19515" y="840"/>
                  <a:pt x="19456" y="957"/>
                  <a:pt x="19397" y="1073"/>
                </a:cubicBezTo>
                <a:cubicBezTo>
                  <a:pt x="19350" y="712"/>
                  <a:pt x="19293" y="356"/>
                  <a:pt x="19229" y="4"/>
                </a:cubicBezTo>
                <a:lnTo>
                  <a:pt x="19172" y="4"/>
                </a:lnTo>
                <a:close/>
                <a:moveTo>
                  <a:pt x="20688" y="3430"/>
                </a:moveTo>
                <a:cubicBezTo>
                  <a:pt x="20631" y="3434"/>
                  <a:pt x="20574" y="3434"/>
                  <a:pt x="20514" y="3438"/>
                </a:cubicBezTo>
                <a:cubicBezTo>
                  <a:pt x="20586" y="3550"/>
                  <a:pt x="20650" y="3770"/>
                  <a:pt x="20683" y="3954"/>
                </a:cubicBezTo>
                <a:cubicBezTo>
                  <a:pt x="20737" y="3706"/>
                  <a:pt x="20824" y="3378"/>
                  <a:pt x="20910" y="3150"/>
                </a:cubicBezTo>
                <a:cubicBezTo>
                  <a:pt x="20848" y="3234"/>
                  <a:pt x="20789" y="3314"/>
                  <a:pt x="20727" y="3398"/>
                </a:cubicBezTo>
                <a:cubicBezTo>
                  <a:pt x="20777" y="2261"/>
                  <a:pt x="20757" y="1125"/>
                  <a:pt x="20665" y="0"/>
                </a:cubicBezTo>
                <a:lnTo>
                  <a:pt x="20616" y="0"/>
                </a:lnTo>
                <a:cubicBezTo>
                  <a:pt x="20715" y="1133"/>
                  <a:pt x="20737" y="2281"/>
                  <a:pt x="20688" y="3430"/>
                </a:cubicBezTo>
                <a:close/>
                <a:moveTo>
                  <a:pt x="0" y="19619"/>
                </a:moveTo>
                <a:cubicBezTo>
                  <a:pt x="544" y="20383"/>
                  <a:pt x="1137" y="21044"/>
                  <a:pt x="1768" y="21592"/>
                </a:cubicBezTo>
                <a:lnTo>
                  <a:pt x="1894" y="21592"/>
                </a:lnTo>
                <a:cubicBezTo>
                  <a:pt x="1217" y="21012"/>
                  <a:pt x="576" y="20299"/>
                  <a:pt x="0" y="19463"/>
                </a:cubicBezTo>
                <a:lnTo>
                  <a:pt x="0" y="19619"/>
                </a:lnTo>
                <a:close/>
                <a:moveTo>
                  <a:pt x="0" y="1409"/>
                </a:moveTo>
                <a:cubicBezTo>
                  <a:pt x="146" y="937"/>
                  <a:pt x="307" y="464"/>
                  <a:pt x="480" y="4"/>
                </a:cubicBezTo>
                <a:lnTo>
                  <a:pt x="349" y="4"/>
                </a:lnTo>
                <a:cubicBezTo>
                  <a:pt x="225" y="336"/>
                  <a:pt x="109" y="668"/>
                  <a:pt x="0" y="1009"/>
                </a:cubicBezTo>
                <a:lnTo>
                  <a:pt x="0" y="1409"/>
                </a:lnTo>
                <a:close/>
                <a:moveTo>
                  <a:pt x="8633" y="21032"/>
                </a:moveTo>
                <a:cubicBezTo>
                  <a:pt x="8635" y="21120"/>
                  <a:pt x="8638" y="21204"/>
                  <a:pt x="8638" y="21292"/>
                </a:cubicBezTo>
                <a:cubicBezTo>
                  <a:pt x="7315" y="21396"/>
                  <a:pt x="5994" y="21044"/>
                  <a:pt x="4815" y="20195"/>
                </a:cubicBezTo>
                <a:cubicBezTo>
                  <a:pt x="3482" y="19243"/>
                  <a:pt x="2354" y="17682"/>
                  <a:pt x="1615" y="15609"/>
                </a:cubicBezTo>
                <a:cubicBezTo>
                  <a:pt x="781" y="13287"/>
                  <a:pt x="460" y="10410"/>
                  <a:pt x="789" y="7324"/>
                </a:cubicBezTo>
                <a:cubicBezTo>
                  <a:pt x="1061" y="4763"/>
                  <a:pt x="1763" y="2237"/>
                  <a:pt x="2841" y="4"/>
                </a:cubicBezTo>
                <a:lnTo>
                  <a:pt x="2713" y="4"/>
                </a:lnTo>
                <a:cubicBezTo>
                  <a:pt x="1652" y="2233"/>
                  <a:pt x="959" y="4747"/>
                  <a:pt x="692" y="7296"/>
                </a:cubicBezTo>
                <a:cubicBezTo>
                  <a:pt x="366" y="10410"/>
                  <a:pt x="692" y="13311"/>
                  <a:pt x="1538" y="15649"/>
                </a:cubicBezTo>
                <a:cubicBezTo>
                  <a:pt x="2287" y="17734"/>
                  <a:pt x="3427" y="19303"/>
                  <a:pt x="4770" y="20259"/>
                </a:cubicBezTo>
                <a:cubicBezTo>
                  <a:pt x="5959" y="21108"/>
                  <a:pt x="7290" y="21460"/>
                  <a:pt x="8620" y="21352"/>
                </a:cubicBezTo>
                <a:cubicBezTo>
                  <a:pt x="8578" y="21432"/>
                  <a:pt x="8536" y="21512"/>
                  <a:pt x="8492" y="21592"/>
                </a:cubicBezTo>
                <a:lnTo>
                  <a:pt x="8509" y="21592"/>
                </a:lnTo>
                <a:cubicBezTo>
                  <a:pt x="8642" y="21476"/>
                  <a:pt x="8823" y="21364"/>
                  <a:pt x="8964" y="21292"/>
                </a:cubicBezTo>
                <a:cubicBezTo>
                  <a:pt x="8848" y="21240"/>
                  <a:pt x="8709" y="21144"/>
                  <a:pt x="8633" y="21032"/>
                </a:cubicBezTo>
                <a:close/>
                <a:moveTo>
                  <a:pt x="2908" y="21464"/>
                </a:moveTo>
                <a:cubicBezTo>
                  <a:pt x="1798" y="20615"/>
                  <a:pt x="796" y="19407"/>
                  <a:pt x="0" y="17902"/>
                </a:cubicBezTo>
                <a:lnTo>
                  <a:pt x="0" y="18090"/>
                </a:lnTo>
                <a:cubicBezTo>
                  <a:pt x="791" y="19535"/>
                  <a:pt x="1775" y="20696"/>
                  <a:pt x="2859" y="21524"/>
                </a:cubicBezTo>
                <a:cubicBezTo>
                  <a:pt x="2888" y="21548"/>
                  <a:pt x="2920" y="21568"/>
                  <a:pt x="2950" y="21592"/>
                </a:cubicBezTo>
                <a:lnTo>
                  <a:pt x="3086" y="21592"/>
                </a:lnTo>
                <a:cubicBezTo>
                  <a:pt x="3027" y="21552"/>
                  <a:pt x="2967" y="21508"/>
                  <a:pt x="2908" y="21464"/>
                </a:cubicBezTo>
                <a:close/>
                <a:moveTo>
                  <a:pt x="10203" y="19687"/>
                </a:moveTo>
                <a:cubicBezTo>
                  <a:pt x="10218" y="19767"/>
                  <a:pt x="10230" y="19843"/>
                  <a:pt x="10242" y="19923"/>
                </a:cubicBezTo>
                <a:cubicBezTo>
                  <a:pt x="9224" y="20227"/>
                  <a:pt x="8187" y="20215"/>
                  <a:pt x="7216" y="19891"/>
                </a:cubicBezTo>
                <a:cubicBezTo>
                  <a:pt x="6150" y="19535"/>
                  <a:pt x="5146" y="18798"/>
                  <a:pt x="4342" y="17670"/>
                </a:cubicBezTo>
                <a:cubicBezTo>
                  <a:pt x="3459" y="16453"/>
                  <a:pt x="2807" y="14792"/>
                  <a:pt x="2502" y="12847"/>
                </a:cubicBezTo>
                <a:cubicBezTo>
                  <a:pt x="2169" y="10718"/>
                  <a:pt x="2248" y="8313"/>
                  <a:pt x="2774" y="5947"/>
                </a:cubicBezTo>
                <a:cubicBezTo>
                  <a:pt x="3259" y="3718"/>
                  <a:pt x="4102" y="1681"/>
                  <a:pt x="5178" y="0"/>
                </a:cubicBezTo>
                <a:lnTo>
                  <a:pt x="5047" y="0"/>
                </a:lnTo>
                <a:cubicBezTo>
                  <a:pt x="3994" y="1677"/>
                  <a:pt x="3165" y="3698"/>
                  <a:pt x="2688" y="5903"/>
                </a:cubicBezTo>
                <a:cubicBezTo>
                  <a:pt x="2159" y="8293"/>
                  <a:pt x="2080" y="10718"/>
                  <a:pt x="2421" y="12867"/>
                </a:cubicBezTo>
                <a:cubicBezTo>
                  <a:pt x="2732" y="14828"/>
                  <a:pt x="3393" y="16501"/>
                  <a:pt x="4285" y="17726"/>
                </a:cubicBezTo>
                <a:cubicBezTo>
                  <a:pt x="5084" y="18842"/>
                  <a:pt x="6091" y="19595"/>
                  <a:pt x="7179" y="19959"/>
                </a:cubicBezTo>
                <a:cubicBezTo>
                  <a:pt x="8173" y="20287"/>
                  <a:pt x="9221" y="20283"/>
                  <a:pt x="10233" y="19983"/>
                </a:cubicBezTo>
                <a:cubicBezTo>
                  <a:pt x="10198" y="20075"/>
                  <a:pt x="10161" y="20171"/>
                  <a:pt x="10126" y="20263"/>
                </a:cubicBezTo>
                <a:cubicBezTo>
                  <a:pt x="10245" y="20115"/>
                  <a:pt x="10425" y="19959"/>
                  <a:pt x="10566" y="19855"/>
                </a:cubicBezTo>
                <a:cubicBezTo>
                  <a:pt x="10445" y="19827"/>
                  <a:pt x="10294" y="19771"/>
                  <a:pt x="10203" y="19687"/>
                </a:cubicBezTo>
                <a:close/>
                <a:moveTo>
                  <a:pt x="947" y="16073"/>
                </a:moveTo>
                <a:cubicBezTo>
                  <a:pt x="509" y="14956"/>
                  <a:pt x="190" y="13708"/>
                  <a:pt x="2" y="12363"/>
                </a:cubicBezTo>
                <a:lnTo>
                  <a:pt x="2" y="12959"/>
                </a:lnTo>
                <a:cubicBezTo>
                  <a:pt x="200" y="14096"/>
                  <a:pt x="492" y="15156"/>
                  <a:pt x="870" y="16117"/>
                </a:cubicBezTo>
                <a:cubicBezTo>
                  <a:pt x="1630" y="18094"/>
                  <a:pt x="2742" y="19595"/>
                  <a:pt x="4008" y="20575"/>
                </a:cubicBezTo>
                <a:cubicBezTo>
                  <a:pt x="4592" y="21024"/>
                  <a:pt x="5208" y="21364"/>
                  <a:pt x="5846" y="21596"/>
                </a:cubicBezTo>
                <a:lnTo>
                  <a:pt x="6066" y="21596"/>
                </a:lnTo>
                <a:cubicBezTo>
                  <a:pt x="5366" y="21368"/>
                  <a:pt x="4688" y="21008"/>
                  <a:pt x="4053" y="20515"/>
                </a:cubicBezTo>
                <a:cubicBezTo>
                  <a:pt x="2799" y="19535"/>
                  <a:pt x="1696" y="18038"/>
                  <a:pt x="947" y="16073"/>
                </a:cubicBezTo>
                <a:close/>
                <a:moveTo>
                  <a:pt x="0" y="6211"/>
                </a:moveTo>
                <a:cubicBezTo>
                  <a:pt x="277" y="4078"/>
                  <a:pt x="831" y="1957"/>
                  <a:pt x="1664" y="4"/>
                </a:cubicBezTo>
                <a:lnTo>
                  <a:pt x="1536" y="4"/>
                </a:lnTo>
                <a:cubicBezTo>
                  <a:pt x="809" y="1733"/>
                  <a:pt x="297" y="3594"/>
                  <a:pt x="2" y="5475"/>
                </a:cubicBezTo>
                <a:lnTo>
                  <a:pt x="2" y="6211"/>
                </a:lnTo>
                <a:close/>
                <a:moveTo>
                  <a:pt x="0" y="15877"/>
                </a:moveTo>
                <a:lnTo>
                  <a:pt x="0" y="16137"/>
                </a:lnTo>
                <a:cubicBezTo>
                  <a:pt x="324" y="16989"/>
                  <a:pt x="707" y="17766"/>
                  <a:pt x="1140" y="18450"/>
                </a:cubicBezTo>
                <a:cubicBezTo>
                  <a:pt x="2015" y="19867"/>
                  <a:pt x="3081" y="20920"/>
                  <a:pt x="4241" y="21592"/>
                </a:cubicBezTo>
                <a:lnTo>
                  <a:pt x="4394" y="21592"/>
                </a:lnTo>
                <a:cubicBezTo>
                  <a:pt x="3200" y="20920"/>
                  <a:pt x="2104" y="19851"/>
                  <a:pt x="1209" y="18394"/>
                </a:cubicBezTo>
                <a:cubicBezTo>
                  <a:pt x="744" y="17654"/>
                  <a:pt x="339" y="16809"/>
                  <a:pt x="0" y="15877"/>
                </a:cubicBezTo>
                <a:close/>
                <a:moveTo>
                  <a:pt x="17085" y="4"/>
                </a:moveTo>
                <a:cubicBezTo>
                  <a:pt x="17231" y="8"/>
                  <a:pt x="17409" y="108"/>
                  <a:pt x="17535" y="224"/>
                </a:cubicBezTo>
                <a:cubicBezTo>
                  <a:pt x="17527" y="156"/>
                  <a:pt x="17520" y="84"/>
                  <a:pt x="17515" y="4"/>
                </a:cubicBezTo>
                <a:lnTo>
                  <a:pt x="17085" y="4"/>
                </a:lnTo>
                <a:cubicBezTo>
                  <a:pt x="17087" y="4"/>
                  <a:pt x="17087" y="4"/>
                  <a:pt x="17085" y="4"/>
                </a:cubicBezTo>
                <a:close/>
                <a:moveTo>
                  <a:pt x="5106" y="2077"/>
                </a:moveTo>
                <a:cubicBezTo>
                  <a:pt x="5504" y="1317"/>
                  <a:pt x="5947" y="624"/>
                  <a:pt x="6422" y="4"/>
                </a:cubicBezTo>
                <a:lnTo>
                  <a:pt x="6283" y="4"/>
                </a:lnTo>
                <a:cubicBezTo>
                  <a:pt x="5833" y="604"/>
                  <a:pt x="5415" y="1269"/>
                  <a:pt x="5035" y="1993"/>
                </a:cubicBezTo>
                <a:cubicBezTo>
                  <a:pt x="3922" y="4106"/>
                  <a:pt x="3234" y="6556"/>
                  <a:pt x="3047" y="8977"/>
                </a:cubicBezTo>
                <a:cubicBezTo>
                  <a:pt x="2866" y="11266"/>
                  <a:pt x="3123" y="13391"/>
                  <a:pt x="3741" y="15104"/>
                </a:cubicBezTo>
                <a:cubicBezTo>
                  <a:pt x="4298" y="16693"/>
                  <a:pt x="5168" y="17898"/>
                  <a:pt x="6180" y="18658"/>
                </a:cubicBezTo>
                <a:cubicBezTo>
                  <a:pt x="7095" y="19347"/>
                  <a:pt x="8131" y="19675"/>
                  <a:pt x="9189" y="19615"/>
                </a:cubicBezTo>
                <a:cubicBezTo>
                  <a:pt x="9142" y="19711"/>
                  <a:pt x="9093" y="19803"/>
                  <a:pt x="9046" y="19895"/>
                </a:cubicBezTo>
                <a:cubicBezTo>
                  <a:pt x="9182" y="19763"/>
                  <a:pt x="9382" y="19635"/>
                  <a:pt x="9535" y="19559"/>
                </a:cubicBezTo>
                <a:cubicBezTo>
                  <a:pt x="9414" y="19499"/>
                  <a:pt x="9273" y="19395"/>
                  <a:pt x="9194" y="19275"/>
                </a:cubicBezTo>
                <a:cubicBezTo>
                  <a:pt x="9196" y="19367"/>
                  <a:pt x="9199" y="19459"/>
                  <a:pt x="9201" y="19547"/>
                </a:cubicBezTo>
                <a:cubicBezTo>
                  <a:pt x="8150" y="19603"/>
                  <a:pt x="7124" y="19275"/>
                  <a:pt x="6219" y="18590"/>
                </a:cubicBezTo>
                <a:cubicBezTo>
                  <a:pt x="5218" y="17834"/>
                  <a:pt x="4357" y="16637"/>
                  <a:pt x="3808" y="15060"/>
                </a:cubicBezTo>
                <a:cubicBezTo>
                  <a:pt x="3200" y="13359"/>
                  <a:pt x="2948" y="11254"/>
                  <a:pt x="3131" y="8985"/>
                </a:cubicBezTo>
                <a:cubicBezTo>
                  <a:pt x="3323" y="6592"/>
                  <a:pt x="4006" y="4166"/>
                  <a:pt x="5106" y="2077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49AB93"/>
              </a:gs>
            </a:gsLst>
            <a:lin ang="5400000" scaled="0"/>
          </a:gradFill>
          <a:ln>
            <a:noFill/>
          </a:ln>
        </p:spPr>
        <p:txBody>
          <a:bodyPr anchorCtr="0" anchor="ctr" bIns="28575" lIns="28575" spcFirstLastPara="1" rIns="28575" wrap="square" tIns="2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losing">
  <p:cSld name="Closing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8"/>
          <p:cNvSpPr/>
          <p:nvPr/>
        </p:nvSpPr>
        <p:spPr>
          <a:xfrm flipH="1" rot="-5400000">
            <a:off x="4929361" y="3827"/>
            <a:ext cx="4225925" cy="4218272"/>
          </a:xfrm>
          <a:custGeom>
            <a:rect b="b" l="l" r="r" t="t"/>
            <a:pathLst>
              <a:path extrusionOk="0" h="6776340" w="6761480">
                <a:moveTo>
                  <a:pt x="4497011" y="6773822"/>
                </a:moveTo>
                <a:lnTo>
                  <a:pt x="4501642" y="6773822"/>
                </a:lnTo>
                <a:lnTo>
                  <a:pt x="4497011" y="6775081"/>
                </a:lnTo>
                <a:close/>
                <a:moveTo>
                  <a:pt x="1252" y="6753365"/>
                </a:moveTo>
                <a:cubicBezTo>
                  <a:pt x="7513" y="6761233"/>
                  <a:pt x="14087" y="6767528"/>
                  <a:pt x="19095" y="6775081"/>
                </a:cubicBezTo>
                <a:lnTo>
                  <a:pt x="1252" y="6775081"/>
                </a:lnTo>
                <a:close/>
                <a:moveTo>
                  <a:pt x="6600269" y="6319035"/>
                </a:moveTo>
                <a:cubicBezTo>
                  <a:pt x="6593695" y="6378834"/>
                  <a:pt x="6591191" y="6465071"/>
                  <a:pt x="6599017" y="6532423"/>
                </a:cubicBezTo>
                <a:lnTo>
                  <a:pt x="6557645" y="6439524"/>
                </a:lnTo>
                <a:lnTo>
                  <a:pt x="6556433" y="6439022"/>
                </a:lnTo>
                <a:lnTo>
                  <a:pt x="6479087" y="6600995"/>
                </a:lnTo>
                <a:cubicBezTo>
                  <a:pt x="6448762" y="6659889"/>
                  <a:pt x="6416676" y="6717957"/>
                  <a:pt x="6383025" y="6775081"/>
                </a:cubicBezTo>
                <a:lnTo>
                  <a:pt x="6360174" y="6775081"/>
                </a:lnTo>
                <a:cubicBezTo>
                  <a:pt x="6395703" y="6715440"/>
                  <a:pt x="6429667" y="6654461"/>
                  <a:pt x="6461753" y="6592694"/>
                </a:cubicBezTo>
                <a:lnTo>
                  <a:pt x="6544320" y="6421628"/>
                </a:lnTo>
                <a:lnTo>
                  <a:pt x="6544854" y="6421998"/>
                </a:lnTo>
                <a:lnTo>
                  <a:pt x="6544525" y="6421204"/>
                </a:lnTo>
                <a:lnTo>
                  <a:pt x="6544320" y="6421628"/>
                </a:lnTo>
                <a:lnTo>
                  <a:pt x="6480691" y="6377575"/>
                </a:lnTo>
                <a:cubicBezTo>
                  <a:pt x="6520133" y="6373798"/>
                  <a:pt x="6568340" y="6347046"/>
                  <a:pt x="6600269" y="6319035"/>
                </a:cubicBezTo>
                <a:close/>
                <a:moveTo>
                  <a:pt x="1252" y="6096835"/>
                </a:moveTo>
                <a:cubicBezTo>
                  <a:pt x="169037" y="6338234"/>
                  <a:pt x="358108" y="6565470"/>
                  <a:pt x="567839" y="6775081"/>
                </a:cubicBezTo>
                <a:lnTo>
                  <a:pt x="567839" y="6776340"/>
                </a:lnTo>
                <a:lnTo>
                  <a:pt x="506798" y="6776340"/>
                </a:lnTo>
                <a:cubicBezTo>
                  <a:pt x="322736" y="6588445"/>
                  <a:pt x="152446" y="6385129"/>
                  <a:pt x="1252" y="6171741"/>
                </a:cubicBezTo>
                <a:close/>
                <a:moveTo>
                  <a:pt x="6421215" y="5928138"/>
                </a:moveTo>
                <a:cubicBezTo>
                  <a:pt x="6414641" y="5987623"/>
                  <a:pt x="6412137" y="6070082"/>
                  <a:pt x="6419963" y="6133658"/>
                </a:cubicBezTo>
                <a:lnTo>
                  <a:pt x="6377876" y="6043667"/>
                </a:lnTo>
                <a:lnTo>
                  <a:pt x="6378038" y="6043340"/>
                </a:lnTo>
                <a:lnTo>
                  <a:pt x="6377774" y="6043450"/>
                </a:lnTo>
                <a:lnTo>
                  <a:pt x="6377876" y="6043667"/>
                </a:lnTo>
                <a:lnTo>
                  <a:pt x="6287037" y="6226976"/>
                </a:lnTo>
                <a:cubicBezTo>
                  <a:pt x="6181433" y="6422247"/>
                  <a:pt x="6054655" y="6606542"/>
                  <a:pt x="5908156" y="6775081"/>
                </a:cubicBezTo>
                <a:lnTo>
                  <a:pt x="5877479" y="6775081"/>
                </a:lnTo>
                <a:cubicBezTo>
                  <a:pt x="6029847" y="6603710"/>
                  <a:pt x="6162318" y="6415874"/>
                  <a:pt x="6271591" y="6216354"/>
                </a:cubicBezTo>
                <a:lnTo>
                  <a:pt x="6363444" y="6032284"/>
                </a:lnTo>
                <a:lnTo>
                  <a:pt x="6362632" y="6030324"/>
                </a:lnTo>
                <a:lnTo>
                  <a:pt x="6363897" y="6027272"/>
                </a:lnTo>
                <a:lnTo>
                  <a:pt x="6301637" y="5986364"/>
                </a:lnTo>
                <a:cubicBezTo>
                  <a:pt x="6341079" y="5981328"/>
                  <a:pt x="6388034" y="5955835"/>
                  <a:pt x="6421215" y="5928138"/>
                </a:cubicBezTo>
                <a:close/>
                <a:moveTo>
                  <a:pt x="1252" y="5376728"/>
                </a:moveTo>
                <a:cubicBezTo>
                  <a:pt x="276720" y="5908940"/>
                  <a:pt x="663001" y="6387647"/>
                  <a:pt x="1127853" y="6775081"/>
                </a:cubicBezTo>
                <a:lnTo>
                  <a:pt x="1065559" y="6775081"/>
                </a:lnTo>
                <a:cubicBezTo>
                  <a:pt x="632324" y="6406845"/>
                  <a:pt x="267955" y="5958353"/>
                  <a:pt x="1252" y="5462021"/>
                </a:cubicBezTo>
                <a:close/>
                <a:moveTo>
                  <a:pt x="6729864" y="5362880"/>
                </a:moveTo>
                <a:cubicBezTo>
                  <a:pt x="6733620" y="5418588"/>
                  <a:pt x="6744890" y="5495068"/>
                  <a:pt x="6761480" y="5550775"/>
                </a:cubicBezTo>
                <a:lnTo>
                  <a:pt x="6712848" y="5477718"/>
                </a:lnTo>
                <a:lnTo>
                  <a:pt x="6676929" y="5639303"/>
                </a:lnTo>
                <a:cubicBezTo>
                  <a:pt x="6575662" y="6044643"/>
                  <a:pt x="6400398" y="6431670"/>
                  <a:pt x="6158269" y="6775081"/>
                </a:cubicBezTo>
                <a:lnTo>
                  <a:pt x="6131661" y="6775081"/>
                </a:lnTo>
                <a:cubicBezTo>
                  <a:pt x="6132913" y="6772563"/>
                  <a:pt x="6135417" y="6770046"/>
                  <a:pt x="6136669" y="6767528"/>
                </a:cubicBezTo>
                <a:cubicBezTo>
                  <a:pt x="6383456" y="6424116"/>
                  <a:pt x="6560020" y="6035885"/>
                  <a:pt x="6663217" y="5628557"/>
                </a:cubicBezTo>
                <a:lnTo>
                  <a:pt x="6698308" y="5473391"/>
                </a:lnTo>
                <a:lnTo>
                  <a:pt x="6698060" y="5473288"/>
                </a:lnTo>
                <a:lnTo>
                  <a:pt x="6694986" y="5465867"/>
                </a:lnTo>
                <a:lnTo>
                  <a:pt x="6643467" y="5446599"/>
                </a:lnTo>
                <a:cubicBezTo>
                  <a:pt x="6673831" y="5432751"/>
                  <a:pt x="6708265" y="5395927"/>
                  <a:pt x="6729864" y="5362880"/>
                </a:cubicBezTo>
                <a:close/>
                <a:moveTo>
                  <a:pt x="6572096" y="4541116"/>
                </a:moveTo>
                <a:cubicBezTo>
                  <a:pt x="6582426" y="4592102"/>
                  <a:pt x="6602773" y="4657881"/>
                  <a:pt x="6624372" y="4706350"/>
                </a:cubicBezTo>
                <a:lnTo>
                  <a:pt x="6574042" y="4651506"/>
                </a:lnTo>
                <a:lnTo>
                  <a:pt x="6574054" y="4651320"/>
                </a:lnTo>
                <a:lnTo>
                  <a:pt x="6573921" y="4651375"/>
                </a:lnTo>
                <a:cubicBezTo>
                  <a:pt x="6573961" y="4651419"/>
                  <a:pt x="6574002" y="4651462"/>
                  <a:pt x="6574042" y="4651506"/>
                </a:cubicBezTo>
                <a:lnTo>
                  <a:pt x="6564870" y="4796499"/>
                </a:lnTo>
                <a:cubicBezTo>
                  <a:pt x="6532503" y="5167058"/>
                  <a:pt x="6437493" y="5537045"/>
                  <a:pt x="6277534" y="5877152"/>
                </a:cubicBezTo>
                <a:cubicBezTo>
                  <a:pt x="6116322" y="6217692"/>
                  <a:pt x="5890314" y="6527387"/>
                  <a:pt x="5609524" y="6776340"/>
                </a:cubicBezTo>
                <a:lnTo>
                  <a:pt x="5572900" y="6776340"/>
                </a:lnTo>
                <a:lnTo>
                  <a:pt x="5572900" y="6775081"/>
                </a:lnTo>
                <a:cubicBezTo>
                  <a:pt x="5864958" y="6524870"/>
                  <a:pt x="6099732" y="6209823"/>
                  <a:pt x="6265012" y="5860786"/>
                </a:cubicBezTo>
                <a:cubicBezTo>
                  <a:pt x="6424971" y="5522882"/>
                  <a:pt x="6519742" y="5154857"/>
                  <a:pt x="6552049" y="4787495"/>
                </a:cubicBezTo>
                <a:lnTo>
                  <a:pt x="6560996" y="4647171"/>
                </a:lnTo>
                <a:lnTo>
                  <a:pt x="6559757" y="4644178"/>
                </a:lnTo>
                <a:lnTo>
                  <a:pt x="6510116" y="4637738"/>
                </a:lnTo>
                <a:cubicBezTo>
                  <a:pt x="6534219" y="4617281"/>
                  <a:pt x="6558323" y="4576680"/>
                  <a:pt x="6572096" y="4541116"/>
                </a:cubicBezTo>
                <a:close/>
                <a:moveTo>
                  <a:pt x="1252" y="4473763"/>
                </a:moveTo>
                <a:cubicBezTo>
                  <a:pt x="58537" y="4654104"/>
                  <a:pt x="128343" y="4834446"/>
                  <a:pt x="212235" y="5013528"/>
                </a:cubicBezTo>
                <a:cubicBezTo>
                  <a:pt x="549996" y="5731116"/>
                  <a:pt x="1078081" y="6352082"/>
                  <a:pt x="1714474" y="6776340"/>
                </a:cubicBezTo>
                <a:lnTo>
                  <a:pt x="1645920" y="6776340"/>
                </a:lnTo>
                <a:lnTo>
                  <a:pt x="1645920" y="6775081"/>
                </a:lnTo>
                <a:cubicBezTo>
                  <a:pt x="1024865" y="6348305"/>
                  <a:pt x="509302" y="5734893"/>
                  <a:pt x="177802" y="5028950"/>
                </a:cubicBezTo>
                <a:cubicBezTo>
                  <a:pt x="110500" y="4884173"/>
                  <a:pt x="50711" y="4736879"/>
                  <a:pt x="1252" y="4590843"/>
                </a:cubicBezTo>
                <a:close/>
                <a:moveTo>
                  <a:pt x="6353913" y="4251563"/>
                </a:moveTo>
                <a:cubicBezTo>
                  <a:pt x="6365182" y="4302549"/>
                  <a:pt x="6386782" y="4367069"/>
                  <a:pt x="6409633" y="4413020"/>
                </a:cubicBezTo>
                <a:lnTo>
                  <a:pt x="6358368" y="4361476"/>
                </a:lnTo>
                <a:cubicBezTo>
                  <a:pt x="6358420" y="4360101"/>
                  <a:pt x="6358473" y="4358727"/>
                  <a:pt x="6358525" y="4357352"/>
                </a:cubicBezTo>
                <a:lnTo>
                  <a:pt x="6353114" y="4499401"/>
                </a:lnTo>
                <a:cubicBezTo>
                  <a:pt x="6330397" y="4854151"/>
                  <a:pt x="6243570" y="5200557"/>
                  <a:pt x="6093471" y="5513951"/>
                </a:cubicBezTo>
                <a:cubicBezTo>
                  <a:pt x="5902835" y="5912716"/>
                  <a:pt x="5610777" y="6262069"/>
                  <a:pt x="5227313" y="6500635"/>
                </a:cubicBezTo>
                <a:cubicBezTo>
                  <a:pt x="5040746" y="6620233"/>
                  <a:pt x="4834771" y="6711506"/>
                  <a:pt x="4613771" y="6773822"/>
                </a:cubicBezTo>
                <a:lnTo>
                  <a:pt x="4501642" y="6773822"/>
                </a:lnTo>
                <a:lnTo>
                  <a:pt x="4689603" y="6722728"/>
                </a:lnTo>
                <a:cubicBezTo>
                  <a:pt x="4878420" y="6662919"/>
                  <a:pt x="5055615" y="6580892"/>
                  <a:pt x="5218548" y="6477975"/>
                </a:cubicBezTo>
                <a:cubicBezTo>
                  <a:pt x="5600760" y="6241611"/>
                  <a:pt x="5891566" y="5895092"/>
                  <a:pt x="6080637" y="5500103"/>
                </a:cubicBezTo>
                <a:cubicBezTo>
                  <a:pt x="6229640" y="5188912"/>
                  <a:pt x="6317288" y="4844709"/>
                  <a:pt x="6340228" y="4492162"/>
                </a:cubicBezTo>
                <a:lnTo>
                  <a:pt x="6345477" y="4356432"/>
                </a:lnTo>
                <a:lnTo>
                  <a:pt x="6343413" y="4355577"/>
                </a:lnTo>
                <a:cubicBezTo>
                  <a:pt x="6343351" y="4355428"/>
                  <a:pt x="6343290" y="4355279"/>
                  <a:pt x="6343228" y="4355130"/>
                </a:cubicBezTo>
                <a:lnTo>
                  <a:pt x="6294124" y="4351962"/>
                </a:lnTo>
                <a:cubicBezTo>
                  <a:pt x="6318228" y="4330246"/>
                  <a:pt x="6341079" y="4288386"/>
                  <a:pt x="6353913" y="4251563"/>
                </a:cubicBezTo>
                <a:close/>
                <a:moveTo>
                  <a:pt x="6398364" y="3724702"/>
                </a:moveTo>
                <a:cubicBezTo>
                  <a:pt x="6417459" y="3767820"/>
                  <a:pt x="6446571" y="3826045"/>
                  <a:pt x="6473178" y="3864128"/>
                </a:cubicBezTo>
                <a:lnTo>
                  <a:pt x="6422596" y="3828278"/>
                </a:lnTo>
                <a:lnTo>
                  <a:pt x="6422123" y="3828473"/>
                </a:lnTo>
                <a:lnTo>
                  <a:pt x="6444075" y="3981096"/>
                </a:lnTo>
                <a:cubicBezTo>
                  <a:pt x="6491075" y="4373261"/>
                  <a:pt x="6472826" y="4771027"/>
                  <a:pt x="6380521" y="5144456"/>
                </a:cubicBezTo>
                <a:cubicBezTo>
                  <a:pt x="6263760" y="5623163"/>
                  <a:pt x="6028674" y="6067564"/>
                  <a:pt x="5679330" y="6416917"/>
                </a:cubicBezTo>
                <a:cubicBezTo>
                  <a:pt x="5545979" y="6552881"/>
                  <a:pt x="5395098" y="6673423"/>
                  <a:pt x="5229817" y="6775081"/>
                </a:cubicBezTo>
                <a:lnTo>
                  <a:pt x="5179106" y="6775081"/>
                </a:lnTo>
                <a:cubicBezTo>
                  <a:pt x="5360664" y="6668387"/>
                  <a:pt x="5525632" y="6541550"/>
                  <a:pt x="5669313" y="6395200"/>
                </a:cubicBezTo>
                <a:cubicBezTo>
                  <a:pt x="6015839" y="6049940"/>
                  <a:pt x="6250926" y="5609315"/>
                  <a:pt x="6367687" y="5133126"/>
                </a:cubicBezTo>
                <a:cubicBezTo>
                  <a:pt x="6459992" y="4761900"/>
                  <a:pt x="6478241" y="4366337"/>
                  <a:pt x="6432079" y="3976375"/>
                </a:cubicBezTo>
                <a:lnTo>
                  <a:pt x="6410802" y="3826707"/>
                </a:lnTo>
                <a:lnTo>
                  <a:pt x="6408896" y="3825918"/>
                </a:lnTo>
                <a:lnTo>
                  <a:pt x="6408545" y="3825071"/>
                </a:lnTo>
                <a:lnTo>
                  <a:pt x="6366435" y="3833914"/>
                </a:lnTo>
                <a:cubicBezTo>
                  <a:pt x="6383025" y="3807161"/>
                  <a:pt x="6394294" y="3761525"/>
                  <a:pt x="6398364" y="3724702"/>
                </a:cubicBezTo>
                <a:close/>
                <a:moveTo>
                  <a:pt x="6074376" y="3584961"/>
                </a:moveTo>
                <a:cubicBezTo>
                  <a:pt x="6074380" y="3584992"/>
                  <a:pt x="6074385" y="3585022"/>
                  <a:pt x="6074389" y="3585053"/>
                </a:cubicBezTo>
                <a:cubicBezTo>
                  <a:pt x="6074400" y="3585026"/>
                  <a:pt x="6074412" y="3584998"/>
                  <a:pt x="6074423" y="3584971"/>
                </a:cubicBezTo>
                <a:cubicBezTo>
                  <a:pt x="6074407" y="3584968"/>
                  <a:pt x="6074392" y="3584964"/>
                  <a:pt x="6074376" y="3584961"/>
                </a:cubicBezTo>
                <a:close/>
                <a:moveTo>
                  <a:pt x="2136127" y="1258149"/>
                </a:moveTo>
                <a:cubicBezTo>
                  <a:pt x="2113276" y="1297491"/>
                  <a:pt x="2094181" y="1353513"/>
                  <a:pt x="2092929" y="1399149"/>
                </a:cubicBezTo>
                <a:lnTo>
                  <a:pt x="2049868" y="1328453"/>
                </a:lnTo>
                <a:lnTo>
                  <a:pt x="2048245" y="1329125"/>
                </a:lnTo>
                <a:lnTo>
                  <a:pt x="2047341" y="1328751"/>
                </a:lnTo>
                <a:lnTo>
                  <a:pt x="1952344" y="1396153"/>
                </a:lnTo>
                <a:cubicBezTo>
                  <a:pt x="1701659" y="1588878"/>
                  <a:pt x="1497738" y="1852599"/>
                  <a:pt x="1367635" y="2171501"/>
                </a:cubicBezTo>
                <a:cubicBezTo>
                  <a:pt x="1203919" y="2572784"/>
                  <a:pt x="1158217" y="3043937"/>
                  <a:pt x="1248370" y="3526421"/>
                </a:cubicBezTo>
                <a:cubicBezTo>
                  <a:pt x="1437754" y="4588011"/>
                  <a:pt x="2245375" y="5549516"/>
                  <a:pt x="3248641" y="5902645"/>
                </a:cubicBezTo>
                <a:cubicBezTo>
                  <a:pt x="3708484" y="6068823"/>
                  <a:pt x="4175840" y="6093058"/>
                  <a:pt x="4589668" y="5988882"/>
                </a:cubicBezTo>
                <a:cubicBezTo>
                  <a:pt x="4968123" y="5892574"/>
                  <a:pt x="5290858" y="5687998"/>
                  <a:pt x="5526884" y="5409775"/>
                </a:cubicBezTo>
                <a:cubicBezTo>
                  <a:pt x="5746632" y="5157046"/>
                  <a:pt x="5890314" y="4840740"/>
                  <a:pt x="5958868" y="4505551"/>
                </a:cubicBezTo>
                <a:cubicBezTo>
                  <a:pt x="6006527" y="4273279"/>
                  <a:pt x="6019146" y="4028615"/>
                  <a:pt x="5996725" y="3783640"/>
                </a:cubicBezTo>
                <a:lnTo>
                  <a:pt x="5965029" y="3556265"/>
                </a:lnTo>
                <a:lnTo>
                  <a:pt x="5960728" y="3554483"/>
                </a:lnTo>
                <a:lnTo>
                  <a:pt x="5919426" y="3565762"/>
                </a:lnTo>
                <a:cubicBezTo>
                  <a:pt x="5936016" y="3537751"/>
                  <a:pt x="5947285" y="3489597"/>
                  <a:pt x="5951355" y="3450256"/>
                </a:cubicBezTo>
                <a:cubicBezTo>
                  <a:pt x="5972954" y="3494633"/>
                  <a:pt x="6003318" y="3550655"/>
                  <a:pt x="6031178" y="3588738"/>
                </a:cubicBezTo>
                <a:lnTo>
                  <a:pt x="5976676" y="3555859"/>
                </a:lnTo>
                <a:lnTo>
                  <a:pt x="5976246" y="3556037"/>
                </a:lnTo>
                <a:lnTo>
                  <a:pt x="6009227" y="3785548"/>
                </a:lnTo>
                <a:cubicBezTo>
                  <a:pt x="6032704" y="4030759"/>
                  <a:pt x="6021317" y="4279023"/>
                  <a:pt x="5972954" y="4517196"/>
                </a:cubicBezTo>
                <a:cubicBezTo>
                  <a:pt x="5902835" y="4859939"/>
                  <a:pt x="5755710" y="5176244"/>
                  <a:pt x="5538466" y="5427715"/>
                </a:cubicBezTo>
                <a:cubicBezTo>
                  <a:pt x="5299623" y="5708141"/>
                  <a:pt x="4975949" y="5916493"/>
                  <a:pt x="4593737" y="6014375"/>
                </a:cubicBezTo>
                <a:cubicBezTo>
                  <a:pt x="4177092" y="6121069"/>
                  <a:pt x="3705980" y="6096835"/>
                  <a:pt x="3241130" y="5929397"/>
                </a:cubicBezTo>
                <a:cubicBezTo>
                  <a:pt x="2226280" y="5573750"/>
                  <a:pt x="1409581" y="4602174"/>
                  <a:pt x="1220510" y="3528939"/>
                </a:cubicBezTo>
                <a:cubicBezTo>
                  <a:pt x="1130357" y="3042678"/>
                  <a:pt x="1177312" y="2566489"/>
                  <a:pt x="1343531" y="2162374"/>
                </a:cubicBezTo>
                <a:cubicBezTo>
                  <a:pt x="1475826" y="1842370"/>
                  <a:pt x="1681938" y="1576825"/>
                  <a:pt x="1935653" y="1382817"/>
                </a:cubicBezTo>
                <a:lnTo>
                  <a:pt x="2034374" y="1313168"/>
                </a:lnTo>
                <a:lnTo>
                  <a:pt x="2035264" y="1313636"/>
                </a:lnTo>
                <a:lnTo>
                  <a:pt x="2035905" y="1312088"/>
                </a:lnTo>
                <a:lnTo>
                  <a:pt x="2034374" y="1313168"/>
                </a:lnTo>
                <a:lnTo>
                  <a:pt x="1947056" y="1267277"/>
                </a:lnTo>
                <a:cubicBezTo>
                  <a:pt x="2006532" y="1274830"/>
                  <a:pt x="2081660" y="1268536"/>
                  <a:pt x="2136127" y="1258149"/>
                </a:cubicBezTo>
                <a:close/>
                <a:moveTo>
                  <a:pt x="3236702" y="1253409"/>
                </a:moveTo>
                <a:cubicBezTo>
                  <a:pt x="3451360" y="1246524"/>
                  <a:pt x="3670880" y="1277137"/>
                  <a:pt x="3887541" y="1342173"/>
                </a:cubicBezTo>
                <a:lnTo>
                  <a:pt x="4002808" y="1380534"/>
                </a:lnTo>
                <a:lnTo>
                  <a:pt x="4003578" y="1382580"/>
                </a:lnTo>
                <a:lnTo>
                  <a:pt x="4004230" y="1381007"/>
                </a:lnTo>
                <a:lnTo>
                  <a:pt x="4002808" y="1380534"/>
                </a:lnTo>
                <a:lnTo>
                  <a:pt x="3980195" y="1320466"/>
                </a:lnTo>
                <a:cubicBezTo>
                  <a:pt x="4011812" y="1354772"/>
                  <a:pt x="4061584" y="1395372"/>
                  <a:pt x="4101965" y="1423384"/>
                </a:cubicBezTo>
                <a:cubicBezTo>
                  <a:pt x="4062836" y="1422125"/>
                  <a:pt x="4014316" y="1425901"/>
                  <a:pt x="3982700" y="1438491"/>
                </a:cubicBezTo>
                <a:lnTo>
                  <a:pt x="4003104" y="1393244"/>
                </a:lnTo>
                <a:lnTo>
                  <a:pt x="4004287" y="1393636"/>
                </a:lnTo>
                <a:lnTo>
                  <a:pt x="4003636" y="1392064"/>
                </a:lnTo>
                <a:lnTo>
                  <a:pt x="4003104" y="1393244"/>
                </a:lnTo>
                <a:lnTo>
                  <a:pt x="3888483" y="1355281"/>
                </a:lnTo>
                <a:cubicBezTo>
                  <a:pt x="3587365" y="1265280"/>
                  <a:pt x="3280768" y="1241665"/>
                  <a:pt x="2990703" y="1293714"/>
                </a:cubicBezTo>
                <a:cubicBezTo>
                  <a:pt x="2630091" y="1357290"/>
                  <a:pt x="2297338" y="1542667"/>
                  <a:pt x="2061312" y="1828443"/>
                </a:cubicBezTo>
                <a:cubicBezTo>
                  <a:pt x="1800870" y="2139713"/>
                  <a:pt x="1657502" y="2580337"/>
                  <a:pt x="1676284" y="3067857"/>
                </a:cubicBezTo>
                <a:cubicBezTo>
                  <a:pt x="1695379" y="3583702"/>
                  <a:pt x="1905110" y="4131020"/>
                  <a:pt x="2265722" y="4584234"/>
                </a:cubicBezTo>
                <a:cubicBezTo>
                  <a:pt x="2626334" y="5040280"/>
                  <a:pt x="3116542" y="5369175"/>
                  <a:pt x="3619583" y="5502621"/>
                </a:cubicBezTo>
                <a:cubicBezTo>
                  <a:pt x="4098208" y="5630717"/>
                  <a:pt x="4565564" y="5581304"/>
                  <a:pt x="4928994" y="5387115"/>
                </a:cubicBezTo>
                <a:cubicBezTo>
                  <a:pt x="5262999" y="5210550"/>
                  <a:pt x="5514363" y="4913129"/>
                  <a:pt x="5648966" y="4561573"/>
                </a:cubicBezTo>
                <a:cubicBezTo>
                  <a:pt x="5759075" y="4279298"/>
                  <a:pt x="5795128" y="3965939"/>
                  <a:pt x="5763205" y="3646163"/>
                </a:cubicBezTo>
                <a:lnTo>
                  <a:pt x="5747424" y="3524548"/>
                </a:lnTo>
                <a:lnTo>
                  <a:pt x="5748357" y="3524334"/>
                </a:lnTo>
                <a:lnTo>
                  <a:pt x="5747342" y="3523913"/>
                </a:lnTo>
                <a:cubicBezTo>
                  <a:pt x="5747369" y="3524125"/>
                  <a:pt x="5747397" y="3524336"/>
                  <a:pt x="5747424" y="3524548"/>
                </a:cubicBezTo>
                <a:lnTo>
                  <a:pt x="5700930" y="3535233"/>
                </a:lnTo>
                <a:cubicBezTo>
                  <a:pt x="5720025" y="3507537"/>
                  <a:pt x="5732859" y="3459068"/>
                  <a:pt x="5739119" y="3418468"/>
                </a:cubicBezTo>
                <a:cubicBezTo>
                  <a:pt x="5758214" y="3465363"/>
                  <a:pt x="5789831" y="3523903"/>
                  <a:pt x="5818003" y="3561985"/>
                </a:cubicBezTo>
                <a:lnTo>
                  <a:pt x="5760509" y="3525675"/>
                </a:lnTo>
                <a:lnTo>
                  <a:pt x="5760127" y="3525833"/>
                </a:lnTo>
                <a:lnTo>
                  <a:pt x="5776440" y="3649679"/>
                </a:lnTo>
                <a:cubicBezTo>
                  <a:pt x="5809145" y="3971899"/>
                  <a:pt x="5772888" y="4288425"/>
                  <a:pt x="5663053" y="4572904"/>
                </a:cubicBezTo>
                <a:cubicBezTo>
                  <a:pt x="5526884" y="4927292"/>
                  <a:pt x="5274268" y="5229434"/>
                  <a:pt x="4937759" y="5407257"/>
                </a:cubicBezTo>
                <a:cubicBezTo>
                  <a:pt x="4572138" y="5606797"/>
                  <a:pt x="4099460" y="5656210"/>
                  <a:pt x="3615827" y="5527800"/>
                </a:cubicBezTo>
                <a:cubicBezTo>
                  <a:pt x="3107777" y="5394668"/>
                  <a:pt x="2612248" y="5061997"/>
                  <a:pt x="2246627" y="4600915"/>
                </a:cubicBezTo>
                <a:cubicBezTo>
                  <a:pt x="1882258" y="4143610"/>
                  <a:pt x="1671275" y="3588738"/>
                  <a:pt x="1652180" y="3067857"/>
                </a:cubicBezTo>
                <a:cubicBezTo>
                  <a:pt x="1633085" y="2575302"/>
                  <a:pt x="1779271" y="2130900"/>
                  <a:pt x="2043470" y="1817113"/>
                </a:cubicBezTo>
                <a:cubicBezTo>
                  <a:pt x="2282313" y="1528819"/>
                  <a:pt x="2618821" y="1343442"/>
                  <a:pt x="2981938" y="1279866"/>
                </a:cubicBezTo>
                <a:cubicBezTo>
                  <a:pt x="3065752" y="1264916"/>
                  <a:pt x="3150840" y="1256163"/>
                  <a:pt x="3236702" y="1253409"/>
                </a:cubicBezTo>
                <a:close/>
                <a:moveTo>
                  <a:pt x="2931227" y="1076549"/>
                </a:moveTo>
                <a:cubicBezTo>
                  <a:pt x="2979434" y="1100784"/>
                  <a:pt x="3045483" y="1121241"/>
                  <a:pt x="3094943" y="1131313"/>
                </a:cubicBezTo>
                <a:cubicBezTo>
                  <a:pt x="3060822" y="1151455"/>
                  <a:pt x="3022632" y="1183243"/>
                  <a:pt x="3003539" y="1215031"/>
                </a:cubicBezTo>
                <a:lnTo>
                  <a:pt x="2994665" y="1150900"/>
                </a:lnTo>
                <a:lnTo>
                  <a:pt x="2885088" y="1166387"/>
                </a:lnTo>
                <a:cubicBezTo>
                  <a:pt x="2599194" y="1216693"/>
                  <a:pt x="2329776" y="1334078"/>
                  <a:pt x="2103259" y="1517488"/>
                </a:cubicBezTo>
                <a:cubicBezTo>
                  <a:pt x="1819965" y="1744725"/>
                  <a:pt x="1610234" y="2068584"/>
                  <a:pt x="1511316" y="2462313"/>
                </a:cubicBezTo>
                <a:cubicBezTo>
                  <a:pt x="1402068" y="2890348"/>
                  <a:pt x="1424919" y="3376608"/>
                  <a:pt x="1591452" y="3855315"/>
                </a:cubicBezTo>
                <a:cubicBezTo>
                  <a:pt x="1763933" y="4355739"/>
                  <a:pt x="2080407" y="4816821"/>
                  <a:pt x="2495487" y="5169950"/>
                </a:cubicBezTo>
                <a:cubicBezTo>
                  <a:pt x="2901802" y="5516469"/>
                  <a:pt x="3373228" y="5731116"/>
                  <a:pt x="3838079" y="5790915"/>
                </a:cubicBezTo>
                <a:cubicBezTo>
                  <a:pt x="4278515" y="5847882"/>
                  <a:pt x="4687647" y="5769199"/>
                  <a:pt x="5019147" y="5577527"/>
                </a:cubicBezTo>
                <a:cubicBezTo>
                  <a:pt x="5326231" y="5404740"/>
                  <a:pt x="5558813" y="5134385"/>
                  <a:pt x="5706251" y="4819339"/>
                </a:cubicBezTo>
                <a:cubicBezTo>
                  <a:pt x="5807204" y="4602174"/>
                  <a:pt x="5868891" y="4362879"/>
                  <a:pt x="5887482" y="4115264"/>
                </a:cubicBezTo>
                <a:lnTo>
                  <a:pt x="5891349" y="3878618"/>
                </a:lnTo>
                <a:lnTo>
                  <a:pt x="5893101" y="3878544"/>
                </a:lnTo>
                <a:lnTo>
                  <a:pt x="5891417" y="3874479"/>
                </a:lnTo>
                <a:cubicBezTo>
                  <a:pt x="5891394" y="3875859"/>
                  <a:pt x="5891372" y="3877238"/>
                  <a:pt x="5891349" y="3878618"/>
                </a:cubicBezTo>
                <a:lnTo>
                  <a:pt x="5839603" y="3880809"/>
                </a:lnTo>
                <a:cubicBezTo>
                  <a:pt x="5862454" y="3856574"/>
                  <a:pt x="5882488" y="3810938"/>
                  <a:pt x="5894070" y="3774115"/>
                </a:cubicBezTo>
                <a:cubicBezTo>
                  <a:pt x="5909409" y="3822268"/>
                  <a:pt x="5934764" y="3885844"/>
                  <a:pt x="5960120" y="3928963"/>
                </a:cubicBezTo>
                <a:lnTo>
                  <a:pt x="5905767" y="3883843"/>
                </a:lnTo>
                <a:lnTo>
                  <a:pt x="5903872" y="3884628"/>
                </a:lnTo>
                <a:lnTo>
                  <a:pt x="5900179" y="4122498"/>
                </a:lnTo>
                <a:cubicBezTo>
                  <a:pt x="5881881" y="4372164"/>
                  <a:pt x="5820664" y="4613819"/>
                  <a:pt x="5718772" y="4831928"/>
                </a:cubicBezTo>
                <a:cubicBezTo>
                  <a:pt x="5571335" y="5149492"/>
                  <a:pt x="5336561" y="5423938"/>
                  <a:pt x="5027912" y="5598929"/>
                </a:cubicBezTo>
                <a:cubicBezTo>
                  <a:pt x="4695159" y="5792174"/>
                  <a:pt x="4282584" y="5873375"/>
                  <a:pt x="3836514" y="5816094"/>
                </a:cubicBezTo>
                <a:cubicBezTo>
                  <a:pt x="3366654" y="5756610"/>
                  <a:pt x="2890533" y="5540704"/>
                  <a:pt x="2478896" y="5190093"/>
                </a:cubicBezTo>
                <a:cubicBezTo>
                  <a:pt x="2060060" y="4834446"/>
                  <a:pt x="1739829" y="4367069"/>
                  <a:pt x="1565784" y="3861610"/>
                </a:cubicBezTo>
                <a:cubicBezTo>
                  <a:pt x="1398312" y="3377868"/>
                  <a:pt x="1375461" y="2887515"/>
                  <a:pt x="1487213" y="2456018"/>
                </a:cubicBezTo>
                <a:cubicBezTo>
                  <a:pt x="1588635" y="2058512"/>
                  <a:pt x="1802122" y="1731821"/>
                  <a:pt x="2087920" y="1503325"/>
                </a:cubicBezTo>
                <a:cubicBezTo>
                  <a:pt x="2316903" y="1319916"/>
                  <a:pt x="2588546" y="1202771"/>
                  <a:pt x="2876635" y="1152526"/>
                </a:cubicBezTo>
                <a:lnTo>
                  <a:pt x="2988108" y="1136901"/>
                </a:lnTo>
                <a:lnTo>
                  <a:pt x="2989747" y="1138638"/>
                </a:lnTo>
                <a:lnTo>
                  <a:pt x="2989613" y="1138319"/>
                </a:lnTo>
                <a:lnTo>
                  <a:pt x="2990330" y="1136590"/>
                </a:lnTo>
                <a:lnTo>
                  <a:pt x="2988108" y="1136901"/>
                </a:lnTo>
                <a:close/>
                <a:moveTo>
                  <a:pt x="2143640" y="968596"/>
                </a:moveTo>
                <a:cubicBezTo>
                  <a:pt x="2199672" y="984018"/>
                  <a:pt x="2274488" y="989054"/>
                  <a:pt x="2329269" y="989054"/>
                </a:cubicBezTo>
                <a:cubicBezTo>
                  <a:pt x="2299842" y="1019583"/>
                  <a:pt x="2270730" y="1065219"/>
                  <a:pt x="2263218" y="1105819"/>
                </a:cubicBezTo>
                <a:lnTo>
                  <a:pt x="2232102" y="1034718"/>
                </a:lnTo>
                <a:lnTo>
                  <a:pt x="2236314" y="1032885"/>
                </a:lnTo>
                <a:lnTo>
                  <a:pt x="2233983" y="1033850"/>
                </a:lnTo>
                <a:lnTo>
                  <a:pt x="2231222" y="1032706"/>
                </a:lnTo>
                <a:lnTo>
                  <a:pt x="2232102" y="1034718"/>
                </a:lnTo>
                <a:lnTo>
                  <a:pt x="2111684" y="1087132"/>
                </a:lnTo>
                <a:cubicBezTo>
                  <a:pt x="1802088" y="1235597"/>
                  <a:pt x="1530959" y="1463551"/>
                  <a:pt x="1331010" y="1762350"/>
                </a:cubicBezTo>
                <a:cubicBezTo>
                  <a:pt x="1076828" y="2140972"/>
                  <a:pt x="938469" y="2620938"/>
                  <a:pt x="952555" y="3150632"/>
                </a:cubicBezTo>
                <a:cubicBezTo>
                  <a:pt x="962572" y="3708021"/>
                  <a:pt x="1153208" y="4298458"/>
                  <a:pt x="1507560" y="4833187"/>
                </a:cubicBezTo>
                <a:cubicBezTo>
                  <a:pt x="1868172" y="5375470"/>
                  <a:pt x="2358379" y="5799728"/>
                  <a:pt x="2899298" y="6044904"/>
                </a:cubicBezTo>
                <a:cubicBezTo>
                  <a:pt x="3417678" y="6284729"/>
                  <a:pt x="3961100" y="6355859"/>
                  <a:pt x="4451308" y="6264587"/>
                </a:cubicBezTo>
                <a:cubicBezTo>
                  <a:pt x="4894560" y="6182127"/>
                  <a:pt x="5275520" y="5964962"/>
                  <a:pt x="5557561" y="5657469"/>
                </a:cubicBezTo>
                <a:cubicBezTo>
                  <a:pt x="5812682" y="5379246"/>
                  <a:pt x="5984223" y="5031468"/>
                  <a:pt x="6065611" y="4656622"/>
                </a:cubicBezTo>
                <a:cubicBezTo>
                  <a:pt x="6121722" y="4400509"/>
                  <a:pt x="6135750" y="4128640"/>
                  <a:pt x="6111392" y="3856550"/>
                </a:cubicBezTo>
                <a:lnTo>
                  <a:pt x="6076241" y="3598641"/>
                </a:lnTo>
                <a:lnTo>
                  <a:pt x="6078930" y="3597974"/>
                </a:lnTo>
                <a:lnTo>
                  <a:pt x="6077344" y="3597317"/>
                </a:lnTo>
                <a:lnTo>
                  <a:pt x="6075431" y="3592700"/>
                </a:lnTo>
                <a:lnTo>
                  <a:pt x="6076241" y="3598641"/>
                </a:lnTo>
                <a:lnTo>
                  <a:pt x="6029926" y="3610139"/>
                </a:lnTo>
                <a:cubicBezTo>
                  <a:pt x="6046516" y="3582443"/>
                  <a:pt x="6057785" y="3535233"/>
                  <a:pt x="6061855" y="3495892"/>
                </a:cubicBezTo>
                <a:cubicBezTo>
                  <a:pt x="6081889" y="3541843"/>
                  <a:pt x="6112566" y="3597550"/>
                  <a:pt x="6140426" y="3635633"/>
                </a:cubicBezTo>
                <a:lnTo>
                  <a:pt x="6088005" y="3602243"/>
                </a:lnTo>
                <a:lnTo>
                  <a:pt x="6087834" y="3601006"/>
                </a:lnTo>
                <a:lnTo>
                  <a:pt x="6087042" y="3601334"/>
                </a:lnTo>
                <a:lnTo>
                  <a:pt x="6085715" y="3600784"/>
                </a:lnTo>
                <a:lnTo>
                  <a:pt x="6088005" y="3602243"/>
                </a:lnTo>
                <a:lnTo>
                  <a:pt x="6123869" y="3860961"/>
                </a:lnTo>
                <a:cubicBezTo>
                  <a:pt x="6149034" y="4134955"/>
                  <a:pt x="6135417" y="4408771"/>
                  <a:pt x="6078133" y="4667008"/>
                </a:cubicBezTo>
                <a:cubicBezTo>
                  <a:pt x="5997057" y="5044057"/>
                  <a:pt x="5825516" y="5395927"/>
                  <a:pt x="5568830" y="5676668"/>
                </a:cubicBezTo>
                <a:cubicBezTo>
                  <a:pt x="5285850" y="5988882"/>
                  <a:pt x="4902073" y="6208564"/>
                  <a:pt x="4455064" y="6292598"/>
                </a:cubicBezTo>
                <a:cubicBezTo>
                  <a:pt x="3959848" y="6386388"/>
                  <a:pt x="3411104" y="6315258"/>
                  <a:pt x="2888031" y="6074174"/>
                </a:cubicBezTo>
                <a:cubicBezTo>
                  <a:pt x="2341789" y="5827739"/>
                  <a:pt x="1846573" y="5398445"/>
                  <a:pt x="1482204" y="4851127"/>
                </a:cubicBezTo>
                <a:cubicBezTo>
                  <a:pt x="1124096" y="4311362"/>
                  <a:pt x="932208" y="3714316"/>
                  <a:pt x="923443" y="3151890"/>
                </a:cubicBezTo>
                <a:cubicBezTo>
                  <a:pt x="910609" y="2618420"/>
                  <a:pt x="1050221" y="2133418"/>
                  <a:pt x="1309411" y="1752278"/>
                </a:cubicBezTo>
                <a:cubicBezTo>
                  <a:pt x="1512646" y="1452378"/>
                  <a:pt x="1786104" y="1222359"/>
                  <a:pt x="2097908" y="1073394"/>
                </a:cubicBezTo>
                <a:lnTo>
                  <a:pt x="2219486" y="1020743"/>
                </a:lnTo>
                <a:lnTo>
                  <a:pt x="2220931" y="1021737"/>
                </a:lnTo>
                <a:lnTo>
                  <a:pt x="2220363" y="1020364"/>
                </a:lnTo>
                <a:lnTo>
                  <a:pt x="2219486" y="1020743"/>
                </a:lnTo>
                <a:close/>
                <a:moveTo>
                  <a:pt x="3122802" y="691947"/>
                </a:moveTo>
                <a:cubicBezTo>
                  <a:pt x="3164748" y="719958"/>
                  <a:pt x="3225790" y="748914"/>
                  <a:pt x="3272744" y="766853"/>
                </a:cubicBezTo>
                <a:cubicBezTo>
                  <a:pt x="3237374" y="778184"/>
                  <a:pt x="3194174" y="797382"/>
                  <a:pt x="3170072" y="820043"/>
                </a:cubicBezTo>
                <a:lnTo>
                  <a:pt x="3172125" y="769175"/>
                </a:lnTo>
                <a:lnTo>
                  <a:pt x="3172023" y="769133"/>
                </a:lnTo>
                <a:lnTo>
                  <a:pt x="3170679" y="765893"/>
                </a:lnTo>
                <a:lnTo>
                  <a:pt x="3030241" y="757282"/>
                </a:lnTo>
                <a:cubicBezTo>
                  <a:pt x="2666237" y="745983"/>
                  <a:pt x="2305438" y="812214"/>
                  <a:pt x="1978672" y="962302"/>
                </a:cubicBezTo>
                <a:cubicBezTo>
                  <a:pt x="1559523" y="1152714"/>
                  <a:pt x="1205171" y="1476573"/>
                  <a:pt x="975406" y="1914995"/>
                </a:cubicBezTo>
                <a:cubicBezTo>
                  <a:pt x="714964" y="2408809"/>
                  <a:pt x="621055" y="3014667"/>
                  <a:pt x="732807" y="3654831"/>
                </a:cubicBezTo>
                <a:cubicBezTo>
                  <a:pt x="852072" y="4343150"/>
                  <a:pt x="1196407" y="5011010"/>
                  <a:pt x="1716978" y="5545739"/>
                </a:cubicBezTo>
                <a:cubicBezTo>
                  <a:pt x="2231289" y="6076692"/>
                  <a:pt x="2866429" y="6418176"/>
                  <a:pt x="3515344" y="6528646"/>
                </a:cubicBezTo>
                <a:cubicBezTo>
                  <a:pt x="4116051" y="6631564"/>
                  <a:pt x="4674812" y="6531164"/>
                  <a:pt x="5125578" y="6268363"/>
                </a:cubicBezTo>
                <a:cubicBezTo>
                  <a:pt x="5528449" y="6036091"/>
                  <a:pt x="5831777" y="5680445"/>
                  <a:pt x="6017404" y="5261222"/>
                </a:cubicBezTo>
                <a:cubicBezTo>
                  <a:pt x="6162847" y="4932406"/>
                  <a:pt x="6233514" y="4569373"/>
                  <a:pt x="6233599" y="4201219"/>
                </a:cubicBezTo>
                <a:lnTo>
                  <a:pt x="6229720" y="4057751"/>
                </a:lnTo>
                <a:lnTo>
                  <a:pt x="6182372" y="4059891"/>
                </a:lnTo>
                <a:cubicBezTo>
                  <a:pt x="6203971" y="4035657"/>
                  <a:pt x="6223066" y="3992538"/>
                  <a:pt x="6233083" y="3954456"/>
                </a:cubicBezTo>
                <a:cubicBezTo>
                  <a:pt x="6247170" y="4002610"/>
                  <a:pt x="6271273" y="4064927"/>
                  <a:pt x="6296628" y="4108045"/>
                </a:cubicBezTo>
                <a:lnTo>
                  <a:pt x="6241222" y="4060083"/>
                </a:lnTo>
                <a:cubicBezTo>
                  <a:pt x="6241201" y="4059322"/>
                  <a:pt x="6241181" y="4058560"/>
                  <a:pt x="6241160" y="4057799"/>
                </a:cubicBezTo>
                <a:lnTo>
                  <a:pt x="6239418" y="4058521"/>
                </a:lnTo>
                <a:lnTo>
                  <a:pt x="6245232" y="4207464"/>
                </a:lnTo>
                <a:cubicBezTo>
                  <a:pt x="6245365" y="4577851"/>
                  <a:pt x="6175485" y="4944051"/>
                  <a:pt x="6028674" y="5275070"/>
                </a:cubicBezTo>
                <a:cubicBezTo>
                  <a:pt x="5842107" y="5698069"/>
                  <a:pt x="5538466" y="6056234"/>
                  <a:pt x="5132151" y="6292598"/>
                </a:cubicBezTo>
                <a:cubicBezTo>
                  <a:pt x="4681073" y="6557916"/>
                  <a:pt x="4116051" y="6660834"/>
                  <a:pt x="3511587" y="6557916"/>
                </a:cubicBezTo>
                <a:cubicBezTo>
                  <a:pt x="2857352" y="6447446"/>
                  <a:pt x="2216263" y="6103129"/>
                  <a:pt x="1696631" y="5567456"/>
                </a:cubicBezTo>
                <a:cubicBezTo>
                  <a:pt x="1169799" y="5028950"/>
                  <a:pt x="824212" y="4353221"/>
                  <a:pt x="704947" y="3658608"/>
                </a:cubicBezTo>
                <a:cubicBezTo>
                  <a:pt x="593195" y="3013408"/>
                  <a:pt x="689609" y="2402514"/>
                  <a:pt x="952555" y="1904608"/>
                </a:cubicBezTo>
                <a:cubicBezTo>
                  <a:pt x="1186076" y="1463984"/>
                  <a:pt x="1542932" y="1137607"/>
                  <a:pt x="1965838" y="947195"/>
                </a:cubicBezTo>
                <a:cubicBezTo>
                  <a:pt x="2247801" y="818548"/>
                  <a:pt x="2554767" y="751333"/>
                  <a:pt x="2867457" y="742363"/>
                </a:cubicBezTo>
                <a:cubicBezTo>
                  <a:pt x="2919571" y="740868"/>
                  <a:pt x="2971845" y="740991"/>
                  <a:pt x="3024189" y="742717"/>
                </a:cubicBezTo>
                <a:lnTo>
                  <a:pt x="3167903" y="751838"/>
                </a:lnTo>
                <a:close/>
                <a:moveTo>
                  <a:pt x="2233794" y="617041"/>
                </a:moveTo>
                <a:cubicBezTo>
                  <a:pt x="2287321" y="637184"/>
                  <a:pt x="2359632" y="652606"/>
                  <a:pt x="2412847" y="658900"/>
                </a:cubicBezTo>
                <a:cubicBezTo>
                  <a:pt x="2379979" y="681561"/>
                  <a:pt x="2344293" y="718385"/>
                  <a:pt x="2330520" y="752690"/>
                </a:cubicBezTo>
                <a:lnTo>
                  <a:pt x="2311469" y="687733"/>
                </a:lnTo>
                <a:lnTo>
                  <a:pt x="2312797" y="687417"/>
                </a:lnTo>
                <a:lnTo>
                  <a:pt x="2311180" y="686748"/>
                </a:lnTo>
                <a:lnTo>
                  <a:pt x="2311469" y="687733"/>
                </a:lnTo>
                <a:lnTo>
                  <a:pt x="2172801" y="720716"/>
                </a:lnTo>
                <a:cubicBezTo>
                  <a:pt x="1819471" y="816930"/>
                  <a:pt x="1488700" y="993145"/>
                  <a:pt x="1214249" y="1244301"/>
                </a:cubicBezTo>
                <a:cubicBezTo>
                  <a:pt x="863654" y="1564383"/>
                  <a:pt x="601960" y="2008785"/>
                  <a:pt x="483947" y="2537219"/>
                </a:cubicBezTo>
                <a:cubicBezTo>
                  <a:pt x="353100" y="3115067"/>
                  <a:pt x="401306" y="3767820"/>
                  <a:pt x="641402" y="4403893"/>
                </a:cubicBezTo>
                <a:cubicBezTo>
                  <a:pt x="891514" y="5068291"/>
                  <a:pt x="1334766" y="5668799"/>
                  <a:pt x="1901040" y="6110997"/>
                </a:cubicBezTo>
                <a:cubicBezTo>
                  <a:pt x="2330520" y="6452481"/>
                  <a:pt x="2814466" y="6673423"/>
                  <a:pt x="3299352" y="6775081"/>
                </a:cubicBezTo>
                <a:lnTo>
                  <a:pt x="3157236" y="6775081"/>
                </a:lnTo>
                <a:cubicBezTo>
                  <a:pt x="2713983" y="6662093"/>
                  <a:pt x="2275739" y="6449963"/>
                  <a:pt x="1882258" y="6137435"/>
                </a:cubicBezTo>
                <a:cubicBezTo>
                  <a:pt x="1309411" y="5691775"/>
                  <a:pt x="863654" y="5084657"/>
                  <a:pt x="610725" y="4415538"/>
                </a:cubicBezTo>
                <a:cubicBezTo>
                  <a:pt x="369690" y="3774115"/>
                  <a:pt x="321170" y="3113807"/>
                  <a:pt x="454522" y="2532184"/>
                </a:cubicBezTo>
                <a:cubicBezTo>
                  <a:pt x="575352" y="1999972"/>
                  <a:pt x="839551" y="1553053"/>
                  <a:pt x="1193902" y="1231712"/>
                </a:cubicBezTo>
                <a:cubicBezTo>
                  <a:pt x="1471639" y="979455"/>
                  <a:pt x="1805938" y="802861"/>
                  <a:pt x="2161566" y="706569"/>
                </a:cubicBezTo>
                <a:lnTo>
                  <a:pt x="2302016" y="673345"/>
                </a:lnTo>
                <a:lnTo>
                  <a:pt x="2303894" y="674895"/>
                </a:lnTo>
                <a:lnTo>
                  <a:pt x="2304810" y="672684"/>
                </a:lnTo>
                <a:close/>
                <a:moveTo>
                  <a:pt x="1569853" y="478559"/>
                </a:moveTo>
                <a:cubicBezTo>
                  <a:pt x="1629329" y="493666"/>
                  <a:pt x="1708213" y="501220"/>
                  <a:pt x="1766437" y="501220"/>
                </a:cubicBezTo>
                <a:cubicBezTo>
                  <a:pt x="1736073" y="533008"/>
                  <a:pt x="1704457" y="577700"/>
                  <a:pt x="1696631" y="617041"/>
                </a:cubicBezTo>
                <a:lnTo>
                  <a:pt x="1664270" y="547240"/>
                </a:lnTo>
                <a:lnTo>
                  <a:pt x="1665289" y="546848"/>
                </a:lnTo>
                <a:lnTo>
                  <a:pt x="1663803" y="546232"/>
                </a:lnTo>
                <a:lnTo>
                  <a:pt x="1664270" y="547240"/>
                </a:lnTo>
                <a:lnTo>
                  <a:pt x="1515379" y="604535"/>
                </a:lnTo>
                <a:cubicBezTo>
                  <a:pt x="1141015" y="762403"/>
                  <a:pt x="796548" y="1005813"/>
                  <a:pt x="521824" y="1328020"/>
                </a:cubicBezTo>
                <a:cubicBezTo>
                  <a:pt x="299571" y="1588618"/>
                  <a:pt x="121769" y="1899573"/>
                  <a:pt x="0" y="2248925"/>
                </a:cubicBezTo>
                <a:lnTo>
                  <a:pt x="0" y="2161115"/>
                </a:lnTo>
                <a:lnTo>
                  <a:pt x="1252" y="2161115"/>
                </a:lnTo>
                <a:cubicBezTo>
                  <a:pt x="123334" y="1843865"/>
                  <a:pt x="292058" y="1558089"/>
                  <a:pt x="498972" y="1316690"/>
                </a:cubicBezTo>
                <a:cubicBezTo>
                  <a:pt x="776983" y="993381"/>
                  <a:pt x="1124737" y="747664"/>
                  <a:pt x="1501760" y="590081"/>
                </a:cubicBezTo>
                <a:lnTo>
                  <a:pt x="1652156" y="532864"/>
                </a:lnTo>
                <a:lnTo>
                  <a:pt x="1653585" y="533807"/>
                </a:lnTo>
                <a:lnTo>
                  <a:pt x="1654316" y="532042"/>
                </a:lnTo>
                <a:lnTo>
                  <a:pt x="1652156" y="532864"/>
                </a:lnTo>
                <a:close/>
                <a:moveTo>
                  <a:pt x="2350867" y="454325"/>
                </a:moveTo>
                <a:cubicBezTo>
                  <a:pt x="2401578" y="477300"/>
                  <a:pt x="2471385" y="496184"/>
                  <a:pt x="2523347" y="506570"/>
                </a:cubicBezTo>
                <a:cubicBezTo>
                  <a:pt x="2489226" y="525454"/>
                  <a:pt x="2451037" y="557242"/>
                  <a:pt x="2434446" y="587771"/>
                </a:cubicBezTo>
                <a:lnTo>
                  <a:pt x="2420975" y="525119"/>
                </a:lnTo>
                <a:lnTo>
                  <a:pt x="2421313" y="525070"/>
                </a:lnTo>
                <a:lnTo>
                  <a:pt x="2420928" y="524910"/>
                </a:lnTo>
                <a:cubicBezTo>
                  <a:pt x="2420943" y="524980"/>
                  <a:pt x="2420958" y="525049"/>
                  <a:pt x="2420975" y="525119"/>
                </a:cubicBezTo>
                <a:lnTo>
                  <a:pt x="2258839" y="548648"/>
                </a:lnTo>
                <a:cubicBezTo>
                  <a:pt x="1848074" y="621846"/>
                  <a:pt x="1457592" y="787665"/>
                  <a:pt x="1125348" y="1050112"/>
                </a:cubicBezTo>
                <a:cubicBezTo>
                  <a:pt x="693365" y="1389078"/>
                  <a:pt x="368438" y="1883207"/>
                  <a:pt x="217244" y="2492842"/>
                </a:cubicBezTo>
                <a:cubicBezTo>
                  <a:pt x="46955" y="3169516"/>
                  <a:pt x="109248" y="3940608"/>
                  <a:pt x="422906" y="4684633"/>
                </a:cubicBezTo>
                <a:cubicBezTo>
                  <a:pt x="749397" y="5464539"/>
                  <a:pt x="1315672" y="6134917"/>
                  <a:pt x="2023123" y="6580892"/>
                </a:cubicBezTo>
                <a:cubicBezTo>
                  <a:pt x="2134875" y="6653280"/>
                  <a:pt x="2249132" y="6717800"/>
                  <a:pt x="2365892" y="6775081"/>
                </a:cubicBezTo>
                <a:lnTo>
                  <a:pt x="2288574" y="6775081"/>
                </a:lnTo>
                <a:cubicBezTo>
                  <a:pt x="2193412" y="6725668"/>
                  <a:pt x="2097937" y="6670905"/>
                  <a:pt x="2005280" y="6611106"/>
                </a:cubicBezTo>
                <a:cubicBezTo>
                  <a:pt x="1290316" y="6162928"/>
                  <a:pt x="718720" y="5485940"/>
                  <a:pt x="391289" y="4698796"/>
                </a:cubicBezTo>
                <a:cubicBezTo>
                  <a:pt x="74815" y="3948161"/>
                  <a:pt x="14087" y="3170774"/>
                  <a:pt x="186567" y="2488750"/>
                </a:cubicBezTo>
                <a:cubicBezTo>
                  <a:pt x="340265" y="1875338"/>
                  <a:pt x="669261" y="1377748"/>
                  <a:pt x="1106253" y="1037208"/>
                </a:cubicBezTo>
                <a:cubicBezTo>
                  <a:pt x="1441784" y="773935"/>
                  <a:pt x="1835793" y="606807"/>
                  <a:pt x="2248855" y="534350"/>
                </a:cubicBezTo>
                <a:lnTo>
                  <a:pt x="2412175" y="511182"/>
                </a:lnTo>
                <a:lnTo>
                  <a:pt x="2413618" y="512520"/>
                </a:lnTo>
                <a:lnTo>
                  <a:pt x="2414296" y="510881"/>
                </a:lnTo>
                <a:lnTo>
                  <a:pt x="2412175" y="511182"/>
                </a:lnTo>
                <a:close/>
                <a:moveTo>
                  <a:pt x="2706471" y="194042"/>
                </a:moveTo>
                <a:cubicBezTo>
                  <a:pt x="2750921" y="222053"/>
                  <a:pt x="2814466" y="248490"/>
                  <a:pt x="2862673" y="266430"/>
                </a:cubicBezTo>
                <a:cubicBezTo>
                  <a:pt x="2825735" y="277760"/>
                  <a:pt x="2782537" y="298218"/>
                  <a:pt x="2760938" y="319620"/>
                </a:cubicBezTo>
                <a:cubicBezTo>
                  <a:pt x="2760581" y="302321"/>
                  <a:pt x="2760225" y="285023"/>
                  <a:pt x="2759868" y="267724"/>
                </a:cubicBezTo>
                <a:lnTo>
                  <a:pt x="2759125" y="267416"/>
                </a:lnTo>
                <a:lnTo>
                  <a:pt x="2758932" y="266947"/>
                </a:lnTo>
                <a:lnTo>
                  <a:pt x="2609322" y="259473"/>
                </a:lnTo>
                <a:cubicBezTo>
                  <a:pt x="2225508" y="250054"/>
                  <a:pt x="1842112" y="308919"/>
                  <a:pt x="1482204" y="436700"/>
                </a:cubicBezTo>
                <a:cubicBezTo>
                  <a:pt x="1019857" y="600360"/>
                  <a:pt x="590691" y="881101"/>
                  <a:pt x="255121" y="1277348"/>
                </a:cubicBezTo>
                <a:cubicBezTo>
                  <a:pt x="163716" y="1385301"/>
                  <a:pt x="78884" y="1502067"/>
                  <a:pt x="1252" y="1625441"/>
                </a:cubicBezTo>
                <a:lnTo>
                  <a:pt x="1252" y="1573196"/>
                </a:lnTo>
                <a:cubicBezTo>
                  <a:pt x="72310" y="1465243"/>
                  <a:pt x="148690" y="1362326"/>
                  <a:pt x="231017" y="1266018"/>
                </a:cubicBezTo>
                <a:cubicBezTo>
                  <a:pt x="570343" y="867253"/>
                  <a:pt x="1003266" y="586512"/>
                  <a:pt x="1468118" y="422537"/>
                </a:cubicBezTo>
                <a:cubicBezTo>
                  <a:pt x="1778723" y="313010"/>
                  <a:pt x="2106409" y="254293"/>
                  <a:pt x="2436647" y="246253"/>
                </a:cubicBezTo>
                <a:cubicBezTo>
                  <a:pt x="2491687" y="244913"/>
                  <a:pt x="2546797" y="244980"/>
                  <a:pt x="2601914" y="246455"/>
                </a:cubicBezTo>
                <a:lnTo>
                  <a:pt x="2756112" y="254520"/>
                </a:lnTo>
                <a:cubicBezTo>
                  <a:pt x="2756181" y="254607"/>
                  <a:pt x="2756253" y="254693"/>
                  <a:pt x="2756326" y="254780"/>
                </a:cubicBezTo>
                <a:cubicBezTo>
                  <a:pt x="2756358" y="254699"/>
                  <a:pt x="2756392" y="254618"/>
                  <a:pt x="2756425" y="254537"/>
                </a:cubicBezTo>
                <a:lnTo>
                  <a:pt x="2756112" y="254520"/>
                </a:lnTo>
                <a:close/>
                <a:moveTo>
                  <a:pt x="1577366" y="148405"/>
                </a:moveTo>
                <a:cubicBezTo>
                  <a:pt x="1635903" y="167289"/>
                  <a:pt x="1713221" y="181452"/>
                  <a:pt x="1770506" y="186488"/>
                </a:cubicBezTo>
                <a:cubicBezTo>
                  <a:pt x="1737325" y="211667"/>
                  <a:pt x="1701952" y="250064"/>
                  <a:pt x="1689118" y="285314"/>
                </a:cubicBezTo>
                <a:lnTo>
                  <a:pt x="1664706" y="219678"/>
                </a:lnTo>
                <a:lnTo>
                  <a:pt x="1668138" y="218818"/>
                </a:lnTo>
                <a:lnTo>
                  <a:pt x="1502526" y="260304"/>
                </a:lnTo>
                <a:cubicBezTo>
                  <a:pt x="1089819" y="376188"/>
                  <a:pt x="694578" y="575536"/>
                  <a:pt x="356856" y="855608"/>
                </a:cubicBezTo>
                <a:cubicBezTo>
                  <a:pt x="231017" y="958525"/>
                  <a:pt x="111752" y="1074031"/>
                  <a:pt x="1252" y="1201183"/>
                </a:cubicBezTo>
                <a:lnTo>
                  <a:pt x="1252" y="1161842"/>
                </a:lnTo>
                <a:cubicBezTo>
                  <a:pt x="105492" y="1046335"/>
                  <a:pt x="217244" y="939641"/>
                  <a:pt x="335257" y="843018"/>
                </a:cubicBezTo>
                <a:cubicBezTo>
                  <a:pt x="676539" y="561845"/>
                  <a:pt x="1075102" y="362359"/>
                  <a:pt x="1490051" y="246248"/>
                </a:cubicBezTo>
                <a:lnTo>
                  <a:pt x="1654245" y="205224"/>
                </a:lnTo>
                <a:lnTo>
                  <a:pt x="1655226" y="205949"/>
                </a:lnTo>
                <a:lnTo>
                  <a:pt x="1654969" y="205329"/>
                </a:lnTo>
                <a:lnTo>
                  <a:pt x="1655101" y="205010"/>
                </a:lnTo>
                <a:lnTo>
                  <a:pt x="1654245" y="205224"/>
                </a:lnTo>
                <a:close/>
                <a:moveTo>
                  <a:pt x="2251163" y="137"/>
                </a:moveTo>
                <a:cubicBezTo>
                  <a:pt x="2616452" y="-2965"/>
                  <a:pt x="2984449" y="47022"/>
                  <a:pt x="3337589" y="142529"/>
                </a:cubicBezTo>
                <a:lnTo>
                  <a:pt x="3500697" y="190472"/>
                </a:lnTo>
                <a:lnTo>
                  <a:pt x="3500819" y="190693"/>
                </a:lnTo>
                <a:cubicBezTo>
                  <a:pt x="3500842" y="190638"/>
                  <a:pt x="3500864" y="190583"/>
                  <a:pt x="3500887" y="190528"/>
                </a:cubicBezTo>
                <a:lnTo>
                  <a:pt x="3500697" y="190472"/>
                </a:lnTo>
                <a:lnTo>
                  <a:pt x="3470893" y="136760"/>
                </a:lnTo>
                <a:cubicBezTo>
                  <a:pt x="3505327" y="167289"/>
                  <a:pt x="3556038" y="202854"/>
                  <a:pt x="3596732" y="225829"/>
                </a:cubicBezTo>
                <a:cubicBezTo>
                  <a:pt x="3561046" y="225829"/>
                  <a:pt x="3516596" y="229606"/>
                  <a:pt x="3489988" y="242196"/>
                </a:cubicBezTo>
                <a:lnTo>
                  <a:pt x="3502515" y="201613"/>
                </a:lnTo>
                <a:lnTo>
                  <a:pt x="3340978" y="154278"/>
                </a:lnTo>
                <a:cubicBezTo>
                  <a:pt x="2930934" y="43713"/>
                  <a:pt x="2499948" y="-5616"/>
                  <a:pt x="2077590" y="19995"/>
                </a:cubicBezTo>
                <a:cubicBezTo>
                  <a:pt x="1532915" y="51783"/>
                  <a:pt x="985423" y="207890"/>
                  <a:pt x="503042" y="494925"/>
                </a:cubicBezTo>
                <a:cubicBezTo>
                  <a:pt x="326492" y="599101"/>
                  <a:pt x="157455" y="721217"/>
                  <a:pt x="1252" y="860643"/>
                </a:cubicBezTo>
                <a:lnTo>
                  <a:pt x="1252" y="826338"/>
                </a:lnTo>
                <a:cubicBezTo>
                  <a:pt x="153699" y="694465"/>
                  <a:pt x="314910" y="578958"/>
                  <a:pt x="483947" y="479818"/>
                </a:cubicBezTo>
                <a:cubicBezTo>
                  <a:pt x="970398" y="192783"/>
                  <a:pt x="1521333" y="36676"/>
                  <a:pt x="2068825" y="6147"/>
                </a:cubicBezTo>
                <a:cubicBezTo>
                  <a:pt x="2129475" y="2645"/>
                  <a:pt x="2190281" y="654"/>
                  <a:pt x="2251163" y="137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49AB93"/>
              </a:gs>
            </a:gsLst>
            <a:lin ang="5400000" scaled="0"/>
          </a:gradFill>
          <a:ln>
            <a:noFill/>
          </a:ln>
        </p:spPr>
        <p:txBody>
          <a:bodyPr anchorCtr="0" anchor="ctr" bIns="28575" lIns="28575" spcFirstLastPara="1" rIns="28575" wrap="square" tIns="2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8"/>
          <p:cNvSpPr/>
          <p:nvPr>
            <p:ph idx="2" type="pic"/>
          </p:nvPr>
        </p:nvSpPr>
        <p:spPr>
          <a:xfrm>
            <a:off x="5795766" y="1104858"/>
            <a:ext cx="2497500" cy="2448600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18"/>
          <p:cNvSpPr txBox="1"/>
          <p:nvPr>
            <p:ph type="title"/>
          </p:nvPr>
        </p:nvSpPr>
        <p:spPr>
          <a:xfrm>
            <a:off x="623888" y="1282303"/>
            <a:ext cx="4426200" cy="2139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Google Shape;63;p18"/>
          <p:cNvSpPr txBox="1"/>
          <p:nvPr>
            <p:ph idx="1" type="body"/>
          </p:nvPr>
        </p:nvSpPr>
        <p:spPr>
          <a:xfrm>
            <a:off x="623888" y="3442097"/>
            <a:ext cx="4426200" cy="11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939393"/>
              </a:buClr>
              <a:buSzPts val="1800"/>
              <a:buNone/>
              <a:defRPr sz="1800">
                <a:solidFill>
                  <a:srgbClr val="939393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500"/>
              <a:buNone/>
              <a:defRPr sz="1500">
                <a:solidFill>
                  <a:srgbClr val="939393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400"/>
              <a:buNone/>
              <a:defRPr sz="1400">
                <a:solidFill>
                  <a:srgbClr val="939393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9pPr>
          </a:lstStyle>
          <a:p/>
        </p:txBody>
      </p:sp>
      <p:sp>
        <p:nvSpPr>
          <p:cNvPr id="64" name="Google Shape;64;p18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8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" name="Google Shape;67;p18"/>
          <p:cNvSpPr txBox="1"/>
          <p:nvPr>
            <p:ph idx="3" type="body"/>
          </p:nvPr>
        </p:nvSpPr>
        <p:spPr>
          <a:xfrm>
            <a:off x="5637060" y="3553459"/>
            <a:ext cx="12765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900"/>
              <a:buNone/>
              <a:defRPr sz="900"/>
            </a:lvl1pPr>
            <a:lvl2pPr indent="-228600" lvl="1" marL="9144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800"/>
              <a:buNone/>
              <a:defRPr/>
            </a:lvl2pPr>
            <a:lvl3pPr indent="-228600" lvl="2" marL="13716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500"/>
              <a:buNone/>
              <a:defRPr/>
            </a:lvl3pPr>
            <a:lvl4pPr indent="-228600" lvl="3" marL="18288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None/>
              <a:defRPr/>
            </a:lvl4pPr>
            <a:lvl5pPr indent="-228600" lvl="4" marL="22860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None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8" name="Google Shape;68;p18"/>
          <p:cNvSpPr txBox="1"/>
          <p:nvPr>
            <p:ph idx="4" type="body"/>
          </p:nvPr>
        </p:nvSpPr>
        <p:spPr>
          <a:xfrm>
            <a:off x="5637060" y="3723959"/>
            <a:ext cx="12765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900"/>
              <a:buNone/>
              <a:defRPr sz="900"/>
            </a:lvl1pPr>
            <a:lvl2pPr indent="-228600" lvl="1" marL="9144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800"/>
              <a:buNone/>
              <a:defRPr/>
            </a:lvl2pPr>
            <a:lvl3pPr indent="-228600" lvl="2" marL="13716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500"/>
              <a:buNone/>
              <a:defRPr/>
            </a:lvl3pPr>
            <a:lvl4pPr indent="-228600" lvl="3" marL="18288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None/>
              <a:defRPr/>
            </a:lvl4pPr>
            <a:lvl5pPr indent="-228600" lvl="4" marL="22860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None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9" name="Google Shape;69;p18"/>
          <p:cNvSpPr txBox="1"/>
          <p:nvPr>
            <p:ph idx="5" type="body"/>
          </p:nvPr>
        </p:nvSpPr>
        <p:spPr>
          <a:xfrm>
            <a:off x="5637060" y="3894458"/>
            <a:ext cx="12765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900"/>
              <a:buNone/>
              <a:defRPr sz="900"/>
            </a:lvl1pPr>
            <a:lvl2pPr indent="-228600" lvl="1" marL="9144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800"/>
              <a:buNone/>
              <a:defRPr/>
            </a:lvl2pPr>
            <a:lvl3pPr indent="-228600" lvl="2" marL="13716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500"/>
              <a:buNone/>
              <a:defRPr/>
            </a:lvl3pPr>
            <a:lvl4pPr indent="-228600" lvl="3" marL="18288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None/>
              <a:defRPr/>
            </a:lvl4pPr>
            <a:lvl5pPr indent="-228600" lvl="4" marL="22860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None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lor and Typography">
  <p:cSld name="Color and Typograph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oogle Shape;71;p19"/>
          <p:cNvGrpSpPr/>
          <p:nvPr/>
        </p:nvGrpSpPr>
        <p:grpSpPr>
          <a:xfrm>
            <a:off x="628649" y="1373072"/>
            <a:ext cx="7886692" cy="1305900"/>
            <a:chOff x="838199" y="1830763"/>
            <a:chExt cx="10515590" cy="1741200"/>
          </a:xfrm>
        </p:grpSpPr>
        <p:sp>
          <p:nvSpPr>
            <p:cNvPr id="72" name="Google Shape;72;p19"/>
            <p:cNvSpPr/>
            <p:nvPr/>
          </p:nvSpPr>
          <p:spPr>
            <a:xfrm>
              <a:off x="838199" y="1830763"/>
              <a:ext cx="894300" cy="1741200"/>
            </a:xfrm>
            <a:prstGeom prst="rect">
              <a:avLst/>
            </a:prstGeom>
            <a:solidFill>
              <a:srgbClr val="0E221D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" name="Google Shape;73;p19"/>
            <p:cNvSpPr/>
            <p:nvPr/>
          </p:nvSpPr>
          <p:spPr>
            <a:xfrm>
              <a:off x="838199" y="1830763"/>
              <a:ext cx="894300" cy="1551300"/>
            </a:xfrm>
            <a:prstGeom prst="rect">
              <a:avLst/>
            </a:prstGeom>
            <a:solidFill>
              <a:srgbClr val="245549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" name="Google Shape;74;p19"/>
            <p:cNvSpPr/>
            <p:nvPr/>
          </p:nvSpPr>
          <p:spPr>
            <a:xfrm>
              <a:off x="838199" y="1830763"/>
              <a:ext cx="894300" cy="1361400"/>
            </a:xfrm>
            <a:prstGeom prst="rect">
              <a:avLst/>
            </a:prstGeom>
            <a:solidFill>
              <a:srgbClr val="49AB93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75;p19"/>
            <p:cNvSpPr/>
            <p:nvPr/>
          </p:nvSpPr>
          <p:spPr>
            <a:xfrm>
              <a:off x="838199" y="1830763"/>
              <a:ext cx="894300" cy="1171800"/>
            </a:xfrm>
            <a:prstGeom prst="rect">
              <a:avLst/>
            </a:prstGeom>
            <a:solidFill>
              <a:srgbClr val="9BD4C5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19"/>
            <p:cNvSpPr/>
            <p:nvPr/>
          </p:nvSpPr>
          <p:spPr>
            <a:xfrm>
              <a:off x="838199" y="1830763"/>
              <a:ext cx="894300" cy="981900"/>
            </a:xfrm>
            <a:prstGeom prst="rect">
              <a:avLst/>
            </a:prstGeom>
            <a:solidFill>
              <a:srgbClr val="CEEAE3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19"/>
            <p:cNvSpPr/>
            <p:nvPr/>
          </p:nvSpPr>
          <p:spPr>
            <a:xfrm>
              <a:off x="838200" y="1830763"/>
              <a:ext cx="894300" cy="7884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19"/>
            <p:cNvSpPr/>
            <p:nvPr/>
          </p:nvSpPr>
          <p:spPr>
            <a:xfrm>
              <a:off x="1907231" y="1830763"/>
              <a:ext cx="894300" cy="1741200"/>
            </a:xfrm>
            <a:prstGeom prst="rect">
              <a:avLst/>
            </a:prstGeom>
            <a:solidFill>
              <a:srgbClr val="242424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79;p19"/>
            <p:cNvSpPr/>
            <p:nvPr/>
          </p:nvSpPr>
          <p:spPr>
            <a:xfrm>
              <a:off x="1907231" y="1830763"/>
              <a:ext cx="894300" cy="1551300"/>
            </a:xfrm>
            <a:prstGeom prst="rect">
              <a:avLst/>
            </a:prstGeom>
            <a:solidFill>
              <a:srgbClr val="363636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80;p19"/>
            <p:cNvSpPr/>
            <p:nvPr/>
          </p:nvSpPr>
          <p:spPr>
            <a:xfrm>
              <a:off x="1907231" y="1830763"/>
              <a:ext cx="894300" cy="1361400"/>
            </a:xfrm>
            <a:prstGeom prst="rect">
              <a:avLst/>
            </a:prstGeom>
            <a:solidFill>
              <a:srgbClr val="91919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1;p19"/>
            <p:cNvSpPr/>
            <p:nvPr/>
          </p:nvSpPr>
          <p:spPr>
            <a:xfrm>
              <a:off x="1907231" y="1830763"/>
              <a:ext cx="894300" cy="1171800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" name="Google Shape;82;p19"/>
            <p:cNvSpPr/>
            <p:nvPr/>
          </p:nvSpPr>
          <p:spPr>
            <a:xfrm>
              <a:off x="1907231" y="1830763"/>
              <a:ext cx="894300" cy="981900"/>
            </a:xfrm>
            <a:prstGeom prst="rect">
              <a:avLst/>
            </a:prstGeom>
            <a:solidFill>
              <a:srgbClr val="DADADA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" name="Google Shape;83;p19"/>
            <p:cNvSpPr/>
            <p:nvPr/>
          </p:nvSpPr>
          <p:spPr>
            <a:xfrm>
              <a:off x="1907232" y="1830763"/>
              <a:ext cx="894300" cy="7884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" name="Google Shape;84;p19"/>
            <p:cNvSpPr/>
            <p:nvPr/>
          </p:nvSpPr>
          <p:spPr>
            <a:xfrm>
              <a:off x="2976263" y="1830763"/>
              <a:ext cx="894300" cy="1741200"/>
            </a:xfrm>
            <a:prstGeom prst="rect">
              <a:avLst/>
            </a:prstGeom>
            <a:solidFill>
              <a:srgbClr val="0E221D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" name="Google Shape;85;p19"/>
            <p:cNvSpPr/>
            <p:nvPr/>
          </p:nvSpPr>
          <p:spPr>
            <a:xfrm>
              <a:off x="2976263" y="1830763"/>
              <a:ext cx="894300" cy="1551300"/>
            </a:xfrm>
            <a:prstGeom prst="rect">
              <a:avLst/>
            </a:prstGeom>
            <a:solidFill>
              <a:srgbClr val="245549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9"/>
            <p:cNvSpPr/>
            <p:nvPr/>
          </p:nvSpPr>
          <p:spPr>
            <a:xfrm>
              <a:off x="2976263" y="1830763"/>
              <a:ext cx="894300" cy="1361400"/>
            </a:xfrm>
            <a:prstGeom prst="rect">
              <a:avLst/>
            </a:prstGeom>
            <a:solidFill>
              <a:srgbClr val="49AB93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" name="Google Shape;87;p19"/>
            <p:cNvSpPr/>
            <p:nvPr/>
          </p:nvSpPr>
          <p:spPr>
            <a:xfrm>
              <a:off x="2976263" y="1830763"/>
              <a:ext cx="894300" cy="1171800"/>
            </a:xfrm>
            <a:prstGeom prst="rect">
              <a:avLst/>
            </a:prstGeom>
            <a:solidFill>
              <a:srgbClr val="9BD4C5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" name="Google Shape;88;p19"/>
            <p:cNvSpPr/>
            <p:nvPr/>
          </p:nvSpPr>
          <p:spPr>
            <a:xfrm>
              <a:off x="2976263" y="1830763"/>
              <a:ext cx="894300" cy="981900"/>
            </a:xfrm>
            <a:prstGeom prst="rect">
              <a:avLst/>
            </a:prstGeom>
            <a:solidFill>
              <a:srgbClr val="CEEAE3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" name="Google Shape;89;p19"/>
            <p:cNvSpPr/>
            <p:nvPr/>
          </p:nvSpPr>
          <p:spPr>
            <a:xfrm>
              <a:off x="2976264" y="1830763"/>
              <a:ext cx="894300" cy="78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9"/>
            <p:cNvSpPr/>
            <p:nvPr/>
          </p:nvSpPr>
          <p:spPr>
            <a:xfrm>
              <a:off x="4045295" y="1830763"/>
              <a:ext cx="894300" cy="1741200"/>
            </a:xfrm>
            <a:prstGeom prst="rect">
              <a:avLst/>
            </a:prstGeom>
            <a:solidFill>
              <a:srgbClr val="242424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" name="Google Shape;91;p19"/>
            <p:cNvSpPr/>
            <p:nvPr/>
          </p:nvSpPr>
          <p:spPr>
            <a:xfrm>
              <a:off x="4045295" y="1830763"/>
              <a:ext cx="894300" cy="1551300"/>
            </a:xfrm>
            <a:prstGeom prst="rect">
              <a:avLst/>
            </a:prstGeom>
            <a:solidFill>
              <a:srgbClr val="363636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" name="Google Shape;92;p19"/>
            <p:cNvSpPr/>
            <p:nvPr/>
          </p:nvSpPr>
          <p:spPr>
            <a:xfrm>
              <a:off x="4045295" y="1830763"/>
              <a:ext cx="894300" cy="1361400"/>
            </a:xfrm>
            <a:prstGeom prst="rect">
              <a:avLst/>
            </a:prstGeom>
            <a:solidFill>
              <a:srgbClr val="91919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9"/>
            <p:cNvSpPr/>
            <p:nvPr/>
          </p:nvSpPr>
          <p:spPr>
            <a:xfrm>
              <a:off x="4045295" y="1830763"/>
              <a:ext cx="894300" cy="1171800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19"/>
            <p:cNvSpPr/>
            <p:nvPr/>
          </p:nvSpPr>
          <p:spPr>
            <a:xfrm>
              <a:off x="4045295" y="1830763"/>
              <a:ext cx="894300" cy="981900"/>
            </a:xfrm>
            <a:prstGeom prst="rect">
              <a:avLst/>
            </a:prstGeom>
            <a:solidFill>
              <a:srgbClr val="DADADA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" name="Google Shape;95;p19"/>
            <p:cNvSpPr/>
            <p:nvPr/>
          </p:nvSpPr>
          <p:spPr>
            <a:xfrm>
              <a:off x="4045296" y="1830763"/>
              <a:ext cx="894300" cy="78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9"/>
            <p:cNvSpPr/>
            <p:nvPr/>
          </p:nvSpPr>
          <p:spPr>
            <a:xfrm>
              <a:off x="5114327" y="1830763"/>
              <a:ext cx="894300" cy="1741200"/>
            </a:xfrm>
            <a:prstGeom prst="rect">
              <a:avLst/>
            </a:prstGeom>
            <a:solidFill>
              <a:srgbClr val="368A90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19"/>
            <p:cNvSpPr/>
            <p:nvPr/>
          </p:nvSpPr>
          <p:spPr>
            <a:xfrm>
              <a:off x="5114327" y="1830763"/>
              <a:ext cx="894300" cy="1551300"/>
            </a:xfrm>
            <a:prstGeom prst="rect">
              <a:avLst/>
            </a:prstGeom>
            <a:solidFill>
              <a:srgbClr val="64BFC4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19"/>
            <p:cNvSpPr/>
            <p:nvPr/>
          </p:nvSpPr>
          <p:spPr>
            <a:xfrm>
              <a:off x="5114327" y="1830763"/>
              <a:ext cx="894300" cy="1361400"/>
            </a:xfrm>
            <a:prstGeom prst="rect">
              <a:avLst/>
            </a:prstGeom>
            <a:solidFill>
              <a:srgbClr val="CCEAEC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9"/>
            <p:cNvSpPr/>
            <p:nvPr/>
          </p:nvSpPr>
          <p:spPr>
            <a:xfrm>
              <a:off x="5114327" y="1830763"/>
              <a:ext cx="894300" cy="1171800"/>
            </a:xfrm>
            <a:prstGeom prst="rect">
              <a:avLst/>
            </a:prstGeom>
            <a:solidFill>
              <a:srgbClr val="DDF1F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19"/>
            <p:cNvSpPr/>
            <p:nvPr/>
          </p:nvSpPr>
          <p:spPr>
            <a:xfrm>
              <a:off x="5114327" y="1830763"/>
              <a:ext cx="894300" cy="981900"/>
            </a:xfrm>
            <a:prstGeom prst="rect">
              <a:avLst/>
            </a:prstGeom>
            <a:solidFill>
              <a:srgbClr val="EDF7F8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19"/>
            <p:cNvSpPr/>
            <p:nvPr/>
          </p:nvSpPr>
          <p:spPr>
            <a:xfrm>
              <a:off x="5114328" y="1830763"/>
              <a:ext cx="894300" cy="788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9"/>
            <p:cNvSpPr/>
            <p:nvPr/>
          </p:nvSpPr>
          <p:spPr>
            <a:xfrm>
              <a:off x="6183359" y="1830763"/>
              <a:ext cx="894300" cy="1741200"/>
            </a:xfrm>
            <a:prstGeom prst="rect">
              <a:avLst/>
            </a:prstGeom>
            <a:solidFill>
              <a:srgbClr val="C7870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3" name="Google Shape;103;p19"/>
            <p:cNvSpPr/>
            <p:nvPr/>
          </p:nvSpPr>
          <p:spPr>
            <a:xfrm>
              <a:off x="6183359" y="1830763"/>
              <a:ext cx="894300" cy="1551300"/>
            </a:xfrm>
            <a:prstGeom prst="rect">
              <a:avLst/>
            </a:prstGeom>
            <a:solidFill>
              <a:srgbClr val="FDBB3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04;p19"/>
            <p:cNvSpPr/>
            <p:nvPr/>
          </p:nvSpPr>
          <p:spPr>
            <a:xfrm>
              <a:off x="6183359" y="1830763"/>
              <a:ext cx="894300" cy="1361400"/>
            </a:xfrm>
            <a:prstGeom prst="rect">
              <a:avLst/>
            </a:prstGeom>
            <a:solidFill>
              <a:srgbClr val="FEE9BE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9"/>
            <p:cNvSpPr/>
            <p:nvPr/>
          </p:nvSpPr>
          <p:spPr>
            <a:xfrm>
              <a:off x="6183359" y="1830763"/>
              <a:ext cx="894300" cy="1171800"/>
            </a:xfrm>
            <a:prstGeom prst="rect">
              <a:avLst/>
            </a:prstGeom>
            <a:solidFill>
              <a:srgbClr val="FEF0D3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06;p19"/>
            <p:cNvSpPr/>
            <p:nvPr/>
          </p:nvSpPr>
          <p:spPr>
            <a:xfrm>
              <a:off x="6183359" y="1830763"/>
              <a:ext cx="894300" cy="981900"/>
            </a:xfrm>
            <a:prstGeom prst="rect">
              <a:avLst/>
            </a:prstGeom>
            <a:solidFill>
              <a:srgbClr val="FEF7E8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" name="Google Shape;107;p19"/>
            <p:cNvSpPr/>
            <p:nvPr/>
          </p:nvSpPr>
          <p:spPr>
            <a:xfrm>
              <a:off x="6183360" y="1830763"/>
              <a:ext cx="894300" cy="788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9"/>
            <p:cNvSpPr/>
            <p:nvPr/>
          </p:nvSpPr>
          <p:spPr>
            <a:xfrm>
              <a:off x="7252391" y="1830763"/>
              <a:ext cx="894300" cy="1741200"/>
            </a:xfrm>
            <a:prstGeom prst="rect">
              <a:avLst/>
            </a:prstGeom>
            <a:solidFill>
              <a:srgbClr val="28707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" name="Google Shape;109;p19"/>
            <p:cNvSpPr/>
            <p:nvPr/>
          </p:nvSpPr>
          <p:spPr>
            <a:xfrm>
              <a:off x="7252391" y="1830763"/>
              <a:ext cx="894300" cy="1551300"/>
            </a:xfrm>
            <a:prstGeom prst="rect">
              <a:avLst/>
            </a:prstGeom>
            <a:solidFill>
              <a:srgbClr val="3CA8AC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19"/>
            <p:cNvSpPr/>
            <p:nvPr/>
          </p:nvSpPr>
          <p:spPr>
            <a:xfrm>
              <a:off x="7252391" y="1830763"/>
              <a:ext cx="894300" cy="1361400"/>
            </a:xfrm>
            <a:prstGeom prst="rect">
              <a:avLst/>
            </a:prstGeom>
            <a:solidFill>
              <a:srgbClr val="A5DDDF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" name="Google Shape;111;p19"/>
            <p:cNvSpPr/>
            <p:nvPr/>
          </p:nvSpPr>
          <p:spPr>
            <a:xfrm>
              <a:off x="7252391" y="1830763"/>
              <a:ext cx="894300" cy="1171800"/>
            </a:xfrm>
            <a:prstGeom prst="rect">
              <a:avLst/>
            </a:prstGeom>
            <a:solidFill>
              <a:srgbClr val="C3E8E9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" name="Google Shape;112;p19"/>
            <p:cNvSpPr/>
            <p:nvPr/>
          </p:nvSpPr>
          <p:spPr>
            <a:xfrm>
              <a:off x="7252391" y="1830763"/>
              <a:ext cx="894300" cy="981900"/>
            </a:xfrm>
            <a:prstGeom prst="rect">
              <a:avLst/>
            </a:prstGeom>
            <a:solidFill>
              <a:srgbClr val="E0F3F4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19"/>
            <p:cNvSpPr/>
            <p:nvPr/>
          </p:nvSpPr>
          <p:spPr>
            <a:xfrm>
              <a:off x="7252392" y="1830763"/>
              <a:ext cx="894300" cy="788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" name="Google Shape;114;p19"/>
            <p:cNvSpPr/>
            <p:nvPr/>
          </p:nvSpPr>
          <p:spPr>
            <a:xfrm>
              <a:off x="8321423" y="1830763"/>
              <a:ext cx="894300" cy="1741200"/>
            </a:xfrm>
            <a:prstGeom prst="rect">
              <a:avLst/>
            </a:prstGeom>
            <a:solidFill>
              <a:srgbClr val="8F6600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" name="Google Shape;115;p19"/>
            <p:cNvSpPr/>
            <p:nvPr/>
          </p:nvSpPr>
          <p:spPr>
            <a:xfrm>
              <a:off x="8321423" y="1830763"/>
              <a:ext cx="894300" cy="1551300"/>
            </a:xfrm>
            <a:prstGeom prst="rect">
              <a:avLst/>
            </a:prstGeom>
            <a:solidFill>
              <a:srgbClr val="D79900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" name="Google Shape;116;p19"/>
            <p:cNvSpPr/>
            <p:nvPr/>
          </p:nvSpPr>
          <p:spPr>
            <a:xfrm>
              <a:off x="8321423" y="1830763"/>
              <a:ext cx="894300" cy="1361400"/>
            </a:xfrm>
            <a:prstGeom prst="rect">
              <a:avLst/>
            </a:prstGeom>
            <a:solidFill>
              <a:srgbClr val="FED879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" name="Google Shape;117;p19"/>
            <p:cNvSpPr/>
            <p:nvPr/>
          </p:nvSpPr>
          <p:spPr>
            <a:xfrm>
              <a:off x="8321423" y="1830763"/>
              <a:ext cx="894300" cy="1171800"/>
            </a:xfrm>
            <a:prstGeom prst="rect">
              <a:avLst/>
            </a:prstGeom>
            <a:solidFill>
              <a:srgbClr val="FFE5A6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8" name="Google Shape;118;p19"/>
            <p:cNvSpPr/>
            <p:nvPr/>
          </p:nvSpPr>
          <p:spPr>
            <a:xfrm>
              <a:off x="8321423" y="1830763"/>
              <a:ext cx="894300" cy="981900"/>
            </a:xfrm>
            <a:prstGeom prst="rect">
              <a:avLst/>
            </a:prstGeom>
            <a:solidFill>
              <a:srgbClr val="FFF2D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" name="Google Shape;119;p19"/>
            <p:cNvSpPr/>
            <p:nvPr/>
          </p:nvSpPr>
          <p:spPr>
            <a:xfrm>
              <a:off x="8321424" y="1830763"/>
              <a:ext cx="894300" cy="788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" name="Google Shape;120;p19"/>
            <p:cNvSpPr/>
            <p:nvPr/>
          </p:nvSpPr>
          <p:spPr>
            <a:xfrm>
              <a:off x="9390455" y="1830763"/>
              <a:ext cx="894300" cy="1741200"/>
            </a:xfrm>
            <a:prstGeom prst="rect">
              <a:avLst/>
            </a:prstGeom>
            <a:solidFill>
              <a:srgbClr val="191919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" name="Google Shape;121;p19"/>
            <p:cNvSpPr/>
            <p:nvPr/>
          </p:nvSpPr>
          <p:spPr>
            <a:xfrm>
              <a:off x="9390455" y="1830763"/>
              <a:ext cx="894300" cy="1551300"/>
            </a:xfrm>
            <a:prstGeom prst="rect">
              <a:avLst/>
            </a:prstGeom>
            <a:solidFill>
              <a:srgbClr val="3E3E3E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" name="Google Shape;122;p19"/>
            <p:cNvSpPr/>
            <p:nvPr/>
          </p:nvSpPr>
          <p:spPr>
            <a:xfrm>
              <a:off x="9390455" y="1830763"/>
              <a:ext cx="894300" cy="1361400"/>
            </a:xfrm>
            <a:prstGeom prst="rect">
              <a:avLst/>
            </a:prstGeom>
            <a:solidFill>
              <a:srgbClr val="7D7D7D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" name="Google Shape;123;p19"/>
            <p:cNvSpPr/>
            <p:nvPr/>
          </p:nvSpPr>
          <p:spPr>
            <a:xfrm>
              <a:off x="9390455" y="1830763"/>
              <a:ext cx="894300" cy="1171800"/>
            </a:xfrm>
            <a:prstGeom prst="rect">
              <a:avLst/>
            </a:prstGeom>
            <a:solidFill>
              <a:srgbClr val="BCBCBC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19"/>
            <p:cNvSpPr/>
            <p:nvPr/>
          </p:nvSpPr>
          <p:spPr>
            <a:xfrm>
              <a:off x="9390455" y="1830763"/>
              <a:ext cx="894300" cy="981900"/>
            </a:xfrm>
            <a:prstGeom prst="rect">
              <a:avLst/>
            </a:prstGeom>
            <a:solidFill>
              <a:srgbClr val="E1E1E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19"/>
            <p:cNvSpPr/>
            <p:nvPr/>
          </p:nvSpPr>
          <p:spPr>
            <a:xfrm>
              <a:off x="9390456" y="1830763"/>
              <a:ext cx="894300" cy="78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" name="Google Shape;126;p19"/>
            <p:cNvSpPr/>
            <p:nvPr/>
          </p:nvSpPr>
          <p:spPr>
            <a:xfrm>
              <a:off x="10459488" y="1830763"/>
              <a:ext cx="894300" cy="1741200"/>
            </a:xfrm>
            <a:prstGeom prst="rect">
              <a:avLst/>
            </a:prstGeom>
            <a:solidFill>
              <a:srgbClr val="C30308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" name="Google Shape;127;p19"/>
            <p:cNvSpPr/>
            <p:nvPr/>
          </p:nvSpPr>
          <p:spPr>
            <a:xfrm>
              <a:off x="10459488" y="1830763"/>
              <a:ext cx="894300" cy="1551300"/>
            </a:xfrm>
            <a:prstGeom prst="rect">
              <a:avLst/>
            </a:prstGeom>
            <a:solidFill>
              <a:srgbClr val="FB3035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" name="Google Shape;128;p19"/>
            <p:cNvSpPr/>
            <p:nvPr/>
          </p:nvSpPr>
          <p:spPr>
            <a:xfrm>
              <a:off x="10459488" y="1830763"/>
              <a:ext cx="894300" cy="1361400"/>
            </a:xfrm>
            <a:prstGeom prst="rect">
              <a:avLst/>
            </a:prstGeom>
            <a:solidFill>
              <a:srgbClr val="FDBDBE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" name="Google Shape;129;p19"/>
            <p:cNvSpPr/>
            <p:nvPr/>
          </p:nvSpPr>
          <p:spPr>
            <a:xfrm>
              <a:off x="10459488" y="1830763"/>
              <a:ext cx="894300" cy="1171800"/>
            </a:xfrm>
            <a:prstGeom prst="rect">
              <a:avLst/>
            </a:prstGeom>
            <a:solidFill>
              <a:srgbClr val="FED1D3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0" name="Google Shape;130;p19"/>
            <p:cNvSpPr/>
            <p:nvPr/>
          </p:nvSpPr>
          <p:spPr>
            <a:xfrm>
              <a:off x="10459488" y="1830763"/>
              <a:ext cx="894300" cy="981900"/>
            </a:xfrm>
            <a:prstGeom prst="rect">
              <a:avLst/>
            </a:prstGeom>
            <a:solidFill>
              <a:srgbClr val="FEE8E8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1" name="Google Shape;131;p19"/>
            <p:cNvSpPr/>
            <p:nvPr/>
          </p:nvSpPr>
          <p:spPr>
            <a:xfrm>
              <a:off x="10459489" y="1830763"/>
              <a:ext cx="894300" cy="788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2" name="Google Shape;132;p19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628649" y="2781863"/>
            <a:ext cx="7886700" cy="99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3300"/>
              <a:buNone/>
              <a:defRPr sz="33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34" name="Google Shape;134;p19"/>
          <p:cNvSpPr txBox="1"/>
          <p:nvPr/>
        </p:nvSpPr>
        <p:spPr>
          <a:xfrm>
            <a:off x="3507905" y="3024890"/>
            <a:ext cx="1826400" cy="19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0"/>
              <a:buFont typeface="Arial"/>
              <a:buNone/>
            </a:pPr>
            <a:r>
              <a:rPr b="0" i="0" lang="ru" sz="125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Aa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9"/>
          <p:cNvSpPr txBox="1"/>
          <p:nvPr>
            <p:ph idx="2" type="body"/>
          </p:nvPr>
        </p:nvSpPr>
        <p:spPr>
          <a:xfrm>
            <a:off x="3523318" y="4593545"/>
            <a:ext cx="1795500" cy="42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2100"/>
              <a:buNone/>
              <a:defRPr/>
            </a:lvl1pPr>
            <a:lvl2pPr indent="-3175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36" name="Google Shape;136;p19"/>
          <p:cNvSpPr txBox="1"/>
          <p:nvPr/>
        </p:nvSpPr>
        <p:spPr>
          <a:xfrm>
            <a:off x="5748537" y="3024890"/>
            <a:ext cx="1826400" cy="19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0"/>
              <a:buFont typeface="Arial"/>
              <a:buNone/>
            </a:pPr>
            <a:r>
              <a:rPr b="0" i="0" lang="ru" sz="125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Aa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9"/>
          <p:cNvSpPr txBox="1"/>
          <p:nvPr>
            <p:ph idx="3" type="body"/>
          </p:nvPr>
        </p:nvSpPr>
        <p:spPr>
          <a:xfrm>
            <a:off x="5763950" y="4593545"/>
            <a:ext cx="1795500" cy="42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2100"/>
              <a:buNone/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>
  <p:cSld name="Diapositiva de título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9.xml"/><Relationship Id="rId10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0.xml"/><Relationship Id="rId1" Type="http://schemas.openxmlformats.org/officeDocument/2006/relationships/hyperlink" Target="http://www.presentationgo.com/" TargetMode="Externa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9" Type="http://schemas.openxmlformats.org/officeDocument/2006/relationships/slideLayout" Target="../slideLayouts/slideLayout7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221D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0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0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1" name="Google Shape;11;p10"/>
          <p:cNvSpPr/>
          <p:nvPr/>
        </p:nvSpPr>
        <p:spPr>
          <a:xfrm>
            <a:off x="-9526" y="5255420"/>
            <a:ext cx="12459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rPr>
              <a:t>© </a:t>
            </a:r>
            <a:r>
              <a:rPr b="0" i="0" lang="ru" sz="800" u="sng" cap="none" strike="noStrike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1"/>
              </a:rPr>
              <a:t>presentationgo.com</a:t>
            </a:r>
            <a:endParaRPr b="0" i="0" sz="8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" name="Google Shape;12;p10"/>
          <p:cNvGrpSpPr/>
          <p:nvPr/>
        </p:nvGrpSpPr>
        <p:grpSpPr>
          <a:xfrm>
            <a:off x="-1241181" y="-12490"/>
            <a:ext cx="1176955" cy="589892"/>
            <a:chOff x="-2096383" y="21447"/>
            <a:chExt cx="1569273" cy="786523"/>
          </a:xfrm>
        </p:grpSpPr>
        <p:sp>
          <p:nvSpPr>
            <p:cNvPr id="13" name="Google Shape;13;p10"/>
            <p:cNvSpPr txBox="1"/>
            <p:nvPr/>
          </p:nvSpPr>
          <p:spPr>
            <a:xfrm>
              <a:off x="-2096383" y="21447"/>
              <a:ext cx="365700" cy="420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ru" sz="800" u="none" cap="none" strike="noStrik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By: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" name="Google Shape;14;p10"/>
            <p:cNvSpPr txBox="1"/>
            <p:nvPr/>
          </p:nvSpPr>
          <p:spPr>
            <a:xfrm>
              <a:off x="-1002010" y="387370"/>
              <a:ext cx="474900" cy="420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ru" sz="800" u="none" cap="none" strike="noStrik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.com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5" name="Google Shape;15;p10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-2018604" y="234547"/>
              <a:ext cx="1405251" cy="185944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9"/>
          <p:cNvSpPr txBox="1"/>
          <p:nvPr>
            <p:ph type="ctrTitle"/>
          </p:nvPr>
        </p:nvSpPr>
        <p:spPr>
          <a:xfrm>
            <a:off x="311708" y="660750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ru" sz="2600"/>
              <a:t>Заключение по теме ВВа </a:t>
            </a:r>
            <a:endParaRPr sz="2600"/>
          </a:p>
        </p:txBody>
      </p:sp>
      <p:sp>
        <p:nvSpPr>
          <p:cNvPr id="236" name="Google Shape;236;p9"/>
          <p:cNvSpPr txBox="1"/>
          <p:nvPr>
            <p:ph idx="1" type="subTitle"/>
          </p:nvPr>
        </p:nvSpPr>
        <p:spPr>
          <a:xfrm>
            <a:off x="311700" y="3062800"/>
            <a:ext cx="8520600" cy="171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ts val="2800"/>
              <a:buNone/>
            </a:pPr>
            <a:r>
              <a:rPr lang="ru" sz="1800">
                <a:solidFill>
                  <a:srgbClr val="CEEAE3"/>
                </a:solidFill>
              </a:rPr>
              <a:t>Подведение итогов и ключевые выводы</a:t>
            </a:r>
            <a:endParaRPr sz="1800">
              <a:solidFill>
                <a:srgbClr val="CEEAE3"/>
              </a:solidFill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-1420075" y="-59875"/>
            <a:ext cx="1315200" cy="6903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"/>
          <p:cNvSpPr txBox="1"/>
          <p:nvPr>
            <p:ph type="title"/>
          </p:nvPr>
        </p:nvSpPr>
        <p:spPr>
          <a:xfrm>
            <a:off x="1077675" y="273850"/>
            <a:ext cx="78000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"/>
              <a:t>Основные аспекты темы ВВа</a:t>
            </a:r>
            <a:endParaRPr/>
          </a:p>
        </p:txBody>
      </p:sp>
      <p:sp>
        <p:nvSpPr>
          <p:cNvPr id="170" name="Google Shape;170;p3"/>
          <p:cNvSpPr txBox="1"/>
          <p:nvPr>
            <p:ph idx="1" type="body"/>
          </p:nvPr>
        </p:nvSpPr>
        <p:spPr>
          <a:xfrm>
            <a:off x="633050" y="2818125"/>
            <a:ext cx="3766800" cy="16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Основное внимание уделяется современным подходам и методам.</a:t>
            </a:r>
            <a:endParaRPr/>
          </a:p>
        </p:txBody>
      </p:sp>
      <p:sp>
        <p:nvSpPr>
          <p:cNvPr id="171" name="Google Shape;171;p3"/>
          <p:cNvSpPr txBox="1"/>
          <p:nvPr>
            <p:ph idx="1" type="body"/>
          </p:nvPr>
        </p:nvSpPr>
        <p:spPr>
          <a:xfrm>
            <a:off x="4701300" y="1446825"/>
            <a:ext cx="4088100" cy="13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Важным аспектом является интеграция технологий в процесс.</a:t>
            </a:r>
            <a:endParaRPr/>
          </a:p>
        </p:txBody>
      </p:sp>
      <p:sp>
        <p:nvSpPr>
          <p:cNvPr id="172" name="Google Shape;172;p3"/>
          <p:cNvSpPr txBox="1"/>
          <p:nvPr>
            <p:ph idx="1" type="body"/>
          </p:nvPr>
        </p:nvSpPr>
        <p:spPr>
          <a:xfrm>
            <a:off x="4701300" y="2818275"/>
            <a:ext cx="4088100" cy="16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Понимание контекста ВВа способствует эффективному применению.</a:t>
            </a:r>
            <a:endParaRPr/>
          </a:p>
        </p:txBody>
      </p:sp>
      <p:sp>
        <p:nvSpPr>
          <p:cNvPr id="173" name="Google Shape;173;p3"/>
          <p:cNvSpPr txBox="1"/>
          <p:nvPr>
            <p:ph idx="1" type="body"/>
          </p:nvPr>
        </p:nvSpPr>
        <p:spPr>
          <a:xfrm>
            <a:off x="633050" y="1446825"/>
            <a:ext cx="3766800" cy="13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Тема ВВа охватывает ключевые принципы и практики.</a:t>
            </a:r>
            <a:endParaRPr/>
          </a:p>
        </p:txBody>
      </p:sp>
      <p:sp>
        <p:nvSpPr>
          <p:cNvPr id="174" name="Google Shape;174;p3"/>
          <p:cNvSpPr/>
          <p:nvPr/>
        </p:nvSpPr>
        <p:spPr>
          <a:xfrm>
            <a:off x="-1420075" y="-59875"/>
            <a:ext cx="1315200" cy="6903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4"/>
          <p:cNvSpPr txBox="1"/>
          <p:nvPr>
            <p:ph type="title"/>
          </p:nvPr>
        </p:nvSpPr>
        <p:spPr>
          <a:xfrm>
            <a:off x="258775" y="148650"/>
            <a:ext cx="86829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ru"/>
              <a:t>Сравнение ключевых элементов темы ВВа</a:t>
            </a:r>
            <a:endParaRPr/>
          </a:p>
        </p:txBody>
      </p:sp>
      <p:sp>
        <p:nvSpPr>
          <p:cNvPr id="180" name="Google Shape;180;p4"/>
          <p:cNvSpPr txBox="1"/>
          <p:nvPr>
            <p:ph idx="1" type="body"/>
          </p:nvPr>
        </p:nvSpPr>
        <p:spPr>
          <a:xfrm>
            <a:off x="354775" y="1859600"/>
            <a:ext cx="4033800" cy="275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SzPts val="2100"/>
              <a:buNone/>
            </a:pPr>
            <a:r>
              <a:rPr lang="ru" sz="1800"/>
              <a:t>Первый элемент связан с основными принципами ВВа. Он акцентирует внимание на теоретических аспектах.</a:t>
            </a:r>
            <a:endParaRPr sz="1800"/>
          </a:p>
        </p:txBody>
      </p:sp>
      <p:sp>
        <p:nvSpPr>
          <p:cNvPr id="181" name="Google Shape;181;p4"/>
          <p:cNvSpPr txBox="1"/>
          <p:nvPr/>
        </p:nvSpPr>
        <p:spPr>
          <a:xfrm>
            <a:off x="354775" y="1250575"/>
            <a:ext cx="40338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ru" sz="2400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rPr>
              <a:t>Первый элемент</a:t>
            </a:r>
            <a:endParaRPr i="0" sz="2400" u="none" cap="none" strike="noStrike">
              <a:solidFill>
                <a:srgbClr val="CEEA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4"/>
          <p:cNvSpPr txBox="1"/>
          <p:nvPr>
            <p:ph idx="1" type="body"/>
          </p:nvPr>
        </p:nvSpPr>
        <p:spPr>
          <a:xfrm>
            <a:off x="4572000" y="1859600"/>
            <a:ext cx="4369800" cy="275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SzPts val="2100"/>
              <a:buNone/>
            </a:pPr>
            <a:r>
              <a:rPr lang="ru" sz="1800">
                <a:solidFill>
                  <a:srgbClr val="CEEAE3"/>
                </a:solidFill>
              </a:rPr>
              <a:t>Второй элемент фокусируется на практическом применении ВВа. Он демонстрирует реальные примеры использования.</a:t>
            </a:r>
            <a:endParaRPr sz="1800">
              <a:solidFill>
                <a:srgbClr val="CEEAE3"/>
              </a:solidFill>
            </a:endParaRPr>
          </a:p>
        </p:txBody>
      </p:sp>
      <p:sp>
        <p:nvSpPr>
          <p:cNvPr id="183" name="Google Shape;183;p4"/>
          <p:cNvSpPr txBox="1"/>
          <p:nvPr/>
        </p:nvSpPr>
        <p:spPr>
          <a:xfrm>
            <a:off x="4572000" y="1250575"/>
            <a:ext cx="43698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ru" sz="2400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rPr>
              <a:t>Второй элемент</a:t>
            </a:r>
            <a:endParaRPr i="0" sz="2400" u="none" cap="none" strike="noStrike">
              <a:solidFill>
                <a:srgbClr val="CEEA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4" name="Google Shape;184;p4"/>
          <p:cNvCxnSpPr/>
          <p:nvPr/>
        </p:nvCxnSpPr>
        <p:spPr>
          <a:xfrm>
            <a:off x="2150" y="966675"/>
            <a:ext cx="9196200" cy="0"/>
          </a:xfrm>
          <a:prstGeom prst="straightConnector1">
            <a:avLst/>
          </a:prstGeom>
          <a:noFill/>
          <a:ln cap="flat" cmpd="sng" w="19050">
            <a:solidFill>
              <a:srgbClr val="FEBF2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5" name="Google Shape;185;p4"/>
          <p:cNvSpPr/>
          <p:nvPr/>
        </p:nvSpPr>
        <p:spPr>
          <a:xfrm>
            <a:off x="-1420075" y="-59875"/>
            <a:ext cx="1315200" cy="6903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7"/>
          <p:cNvSpPr txBox="1"/>
          <p:nvPr>
            <p:ph type="title"/>
          </p:nvPr>
        </p:nvSpPr>
        <p:spPr>
          <a:xfrm>
            <a:off x="311700" y="188375"/>
            <a:ext cx="8520600" cy="66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ru"/>
              <a:t>Информация о теме ВВа </a:t>
            </a:r>
            <a:endParaRPr/>
          </a:p>
        </p:txBody>
      </p:sp>
      <p:sp>
        <p:nvSpPr>
          <p:cNvPr id="205" name="Google Shape;205;p7"/>
          <p:cNvSpPr txBox="1"/>
          <p:nvPr>
            <p:ph idx="1" type="body"/>
          </p:nvPr>
        </p:nvSpPr>
        <p:spPr>
          <a:xfrm>
            <a:off x="311800" y="1040475"/>
            <a:ext cx="2525100" cy="70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 sz="1600"/>
              <a:t>Аспект 1 </a:t>
            </a:r>
            <a:endParaRPr b="1" sz="1600"/>
          </a:p>
        </p:txBody>
      </p:sp>
      <p:sp>
        <p:nvSpPr>
          <p:cNvPr id="206" name="Google Shape;206;p7"/>
          <p:cNvSpPr txBox="1"/>
          <p:nvPr>
            <p:ph idx="1" type="body"/>
          </p:nvPr>
        </p:nvSpPr>
        <p:spPr>
          <a:xfrm>
            <a:off x="3054100" y="1040475"/>
            <a:ext cx="2711100" cy="66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 sz="1600"/>
              <a:t>Аспект 2</a:t>
            </a:r>
            <a:endParaRPr b="1" sz="1600"/>
          </a:p>
        </p:txBody>
      </p:sp>
      <p:sp>
        <p:nvSpPr>
          <p:cNvPr id="207" name="Google Shape;207;p7"/>
          <p:cNvSpPr txBox="1"/>
          <p:nvPr>
            <p:ph idx="1" type="body"/>
          </p:nvPr>
        </p:nvSpPr>
        <p:spPr>
          <a:xfrm>
            <a:off x="5982400" y="1040475"/>
            <a:ext cx="2711100" cy="66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 sz="1600"/>
              <a:t>Аспект 3</a:t>
            </a:r>
            <a:endParaRPr b="1" sz="1600"/>
          </a:p>
        </p:txBody>
      </p:sp>
      <p:sp>
        <p:nvSpPr>
          <p:cNvPr id="208" name="Google Shape;208;p7"/>
          <p:cNvSpPr txBox="1"/>
          <p:nvPr/>
        </p:nvSpPr>
        <p:spPr>
          <a:xfrm>
            <a:off x="311700" y="2029375"/>
            <a:ext cx="2525100" cy="28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i="0" lang="ru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rPr>
              <a:t>Подробное описание первого аспекта темы ВВа. </a:t>
            </a:r>
            <a:endParaRPr i="0" u="none" cap="none" strike="noStrike">
              <a:solidFill>
                <a:srgbClr val="CEEA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7"/>
          <p:cNvSpPr txBox="1"/>
          <p:nvPr/>
        </p:nvSpPr>
        <p:spPr>
          <a:xfrm>
            <a:off x="3054100" y="2029375"/>
            <a:ext cx="2711100" cy="28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i="0" lang="ru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rPr>
              <a:t>Краткий обзор второго аспекта, его значимость. </a:t>
            </a:r>
            <a:endParaRPr i="0" u="none" cap="none" strike="noStrike">
              <a:solidFill>
                <a:srgbClr val="CEEA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7"/>
          <p:cNvSpPr txBox="1"/>
          <p:nvPr/>
        </p:nvSpPr>
        <p:spPr>
          <a:xfrm>
            <a:off x="5982500" y="2029375"/>
            <a:ext cx="2711100" cy="28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i="0" lang="ru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rPr>
              <a:t>Третий аспект, его влияние на развитие темы. </a:t>
            </a:r>
            <a:endParaRPr i="0" u="none" cap="none" strike="noStrike">
              <a:solidFill>
                <a:srgbClr val="CEEA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1" name="Google Shape;211;p7"/>
          <p:cNvCxnSpPr/>
          <p:nvPr/>
        </p:nvCxnSpPr>
        <p:spPr>
          <a:xfrm>
            <a:off x="2150" y="966675"/>
            <a:ext cx="9196200" cy="0"/>
          </a:xfrm>
          <a:prstGeom prst="straightConnector1">
            <a:avLst/>
          </a:prstGeom>
          <a:noFill/>
          <a:ln cap="flat" cmpd="sng" w="19050">
            <a:solidFill>
              <a:srgbClr val="FEBF2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2" name="Google Shape;212;p7"/>
          <p:cNvSpPr/>
          <p:nvPr/>
        </p:nvSpPr>
        <p:spPr>
          <a:xfrm>
            <a:off x="-1420075" y="-59875"/>
            <a:ext cx="1315200" cy="6903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8"/>
          <p:cNvSpPr txBox="1"/>
          <p:nvPr>
            <p:ph type="title"/>
          </p:nvPr>
        </p:nvSpPr>
        <p:spPr>
          <a:xfrm>
            <a:off x="246875" y="171275"/>
            <a:ext cx="8520600" cy="66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ru"/>
              <a:t>Временная шкала развития темы ВВа </a:t>
            </a:r>
            <a:endParaRPr/>
          </a:p>
        </p:txBody>
      </p:sp>
      <p:cxnSp>
        <p:nvCxnSpPr>
          <p:cNvPr id="218" name="Google Shape;218;p8"/>
          <p:cNvCxnSpPr/>
          <p:nvPr/>
        </p:nvCxnSpPr>
        <p:spPr>
          <a:xfrm>
            <a:off x="333350" y="3174275"/>
            <a:ext cx="84975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9" name="Google Shape;219;p8"/>
          <p:cNvCxnSpPr/>
          <p:nvPr/>
        </p:nvCxnSpPr>
        <p:spPr>
          <a:xfrm>
            <a:off x="670400" y="3171350"/>
            <a:ext cx="0" cy="14331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0" name="Google Shape;220;p8"/>
          <p:cNvCxnSpPr/>
          <p:nvPr/>
        </p:nvCxnSpPr>
        <p:spPr>
          <a:xfrm rot="10800000">
            <a:off x="2240525" y="1698525"/>
            <a:ext cx="0" cy="1487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1" name="Google Shape;221;p8"/>
          <p:cNvCxnSpPr/>
          <p:nvPr/>
        </p:nvCxnSpPr>
        <p:spPr>
          <a:xfrm>
            <a:off x="3897600" y="3179150"/>
            <a:ext cx="0" cy="14175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2" name="Google Shape;222;p8"/>
          <p:cNvCxnSpPr/>
          <p:nvPr/>
        </p:nvCxnSpPr>
        <p:spPr>
          <a:xfrm rot="10800000">
            <a:off x="5585200" y="1694675"/>
            <a:ext cx="0" cy="1479600"/>
          </a:xfrm>
          <a:prstGeom prst="straightConnector1">
            <a:avLst/>
          </a:prstGeom>
          <a:noFill/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3" name="Google Shape;223;p8"/>
          <p:cNvCxnSpPr/>
          <p:nvPr/>
        </p:nvCxnSpPr>
        <p:spPr>
          <a:xfrm>
            <a:off x="7096700" y="3171350"/>
            <a:ext cx="0" cy="14745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4" name="Google Shape;224;p8"/>
          <p:cNvSpPr txBox="1"/>
          <p:nvPr/>
        </p:nvSpPr>
        <p:spPr>
          <a:xfrm>
            <a:off x="750075" y="3325675"/>
            <a:ext cx="1535100" cy="12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ru" sz="1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2020: Начало исследований в области ВВа.</a:t>
            </a:r>
            <a:endParaRPr i="0" sz="10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 txBox="1"/>
          <p:nvPr/>
        </p:nvSpPr>
        <p:spPr>
          <a:xfrm>
            <a:off x="2285175" y="1698525"/>
            <a:ext cx="1654200" cy="12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ru" sz="1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2021: Первые результаты и публикации.</a:t>
            </a:r>
            <a:endParaRPr i="0" sz="10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8"/>
          <p:cNvSpPr txBox="1"/>
          <p:nvPr/>
        </p:nvSpPr>
        <p:spPr>
          <a:xfrm>
            <a:off x="3995000" y="3325675"/>
            <a:ext cx="1654200" cy="12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ru" sz="1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2022: Расширение применения технологии ВВа.</a:t>
            </a:r>
            <a:endParaRPr i="0" sz="10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8"/>
          <p:cNvSpPr txBox="1"/>
          <p:nvPr/>
        </p:nvSpPr>
        <p:spPr>
          <a:xfrm>
            <a:off x="5649200" y="1694675"/>
            <a:ext cx="1654200" cy="12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ru" sz="1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2023: Внедрение ВВа в промышленность.</a:t>
            </a:r>
            <a:endParaRPr i="0" sz="10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8"/>
          <p:cNvSpPr txBox="1"/>
          <p:nvPr/>
        </p:nvSpPr>
        <p:spPr>
          <a:xfrm>
            <a:off x="7124800" y="3325675"/>
            <a:ext cx="1787100" cy="12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ru" sz="1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2024: Ожидаемые достижения и перспективы.</a:t>
            </a:r>
            <a:endParaRPr i="0" sz="10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9" name="Google Shape;229;p8"/>
          <p:cNvCxnSpPr/>
          <p:nvPr/>
        </p:nvCxnSpPr>
        <p:spPr>
          <a:xfrm>
            <a:off x="2150" y="966675"/>
            <a:ext cx="9196200" cy="0"/>
          </a:xfrm>
          <a:prstGeom prst="straightConnector1">
            <a:avLst/>
          </a:prstGeom>
          <a:noFill/>
          <a:ln cap="flat" cmpd="sng" w="19050">
            <a:solidFill>
              <a:srgbClr val="FEBF2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0" name="Google Shape;230;p8"/>
          <p:cNvSpPr/>
          <p:nvPr/>
        </p:nvSpPr>
        <p:spPr>
          <a:xfrm>
            <a:off x="-1420075" y="-59875"/>
            <a:ext cx="1315200" cy="6903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"/>
          <p:cNvSpPr txBox="1"/>
          <p:nvPr>
            <p:ph type="title"/>
          </p:nvPr>
        </p:nvSpPr>
        <p:spPr>
          <a:xfrm>
            <a:off x="311700" y="164675"/>
            <a:ext cx="8520600" cy="75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ru"/>
              <a:t>Дополнительные детали по теме ВВа</a:t>
            </a:r>
            <a:endParaRPr/>
          </a:p>
        </p:txBody>
      </p:sp>
      <p:sp>
        <p:nvSpPr>
          <p:cNvPr id="151" name="Google Shape;151;p2"/>
          <p:cNvSpPr txBox="1"/>
          <p:nvPr>
            <p:ph idx="1" type="body"/>
          </p:nvPr>
        </p:nvSpPr>
        <p:spPr>
          <a:xfrm>
            <a:off x="707950" y="1446825"/>
            <a:ext cx="3597300" cy="1070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None/>
            </a:pPr>
            <a:r>
              <a:rPr lang="ru"/>
              <a:t>Тема ВВа охватывает множество аспектов, включая исторический контекст.</a:t>
            </a:r>
            <a:endParaRPr/>
          </a:p>
        </p:txBody>
      </p:sp>
      <p:sp>
        <p:nvSpPr>
          <p:cNvPr id="152" name="Google Shape;152;p2"/>
          <p:cNvSpPr txBox="1"/>
          <p:nvPr>
            <p:ph idx="1" type="body"/>
          </p:nvPr>
        </p:nvSpPr>
        <p:spPr>
          <a:xfrm>
            <a:off x="707950" y="2625639"/>
            <a:ext cx="3597300" cy="1070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SzPts val="2100"/>
              <a:buNone/>
            </a:pPr>
            <a:r>
              <a:rPr lang="ru"/>
              <a:t>Основное внимание уделяется современным тенденциям и их влиянию.</a:t>
            </a:r>
            <a:endParaRPr/>
          </a:p>
        </p:txBody>
      </p:sp>
      <p:sp>
        <p:nvSpPr>
          <p:cNvPr id="153" name="Google Shape;153;p2"/>
          <p:cNvSpPr txBox="1"/>
          <p:nvPr>
            <p:ph idx="1" type="body"/>
          </p:nvPr>
        </p:nvSpPr>
        <p:spPr>
          <a:xfrm>
            <a:off x="707950" y="3804400"/>
            <a:ext cx="3597300" cy="121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SzPts val="2100"/>
              <a:buNone/>
            </a:pPr>
            <a:r>
              <a:rPr lang="ru"/>
              <a:t>Важным элементом является взаимодействие между ключевыми участниками процесса.</a:t>
            </a:r>
            <a:endParaRPr/>
          </a:p>
        </p:txBody>
      </p:sp>
      <p:sp>
        <p:nvSpPr>
          <p:cNvPr id="154" name="Google Shape;154;p2"/>
          <p:cNvSpPr txBox="1"/>
          <p:nvPr>
            <p:ph idx="1" type="body"/>
          </p:nvPr>
        </p:nvSpPr>
        <p:spPr>
          <a:xfrm>
            <a:off x="5029100" y="1446825"/>
            <a:ext cx="3703500" cy="1070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SzPts val="2100"/>
              <a:buNone/>
            </a:pPr>
            <a:r>
              <a:rPr lang="ru"/>
              <a:t>Результаты исследований показывают значимость темы для дальнейшего развития.</a:t>
            </a:r>
            <a:endParaRPr/>
          </a:p>
        </p:txBody>
      </p:sp>
      <p:sp>
        <p:nvSpPr>
          <p:cNvPr id="155" name="Google Shape;155;p2"/>
          <p:cNvSpPr txBox="1"/>
          <p:nvPr>
            <p:ph idx="1" type="body"/>
          </p:nvPr>
        </p:nvSpPr>
        <p:spPr>
          <a:xfrm>
            <a:off x="5029100" y="2625585"/>
            <a:ext cx="3703500" cy="1070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Необходимы дополнительные исследования для более глубокого понимания.</a:t>
            </a:r>
            <a:endParaRPr/>
          </a:p>
        </p:txBody>
      </p:sp>
      <p:sp>
        <p:nvSpPr>
          <p:cNvPr id="156" name="Google Shape;156;p2"/>
          <p:cNvSpPr txBox="1"/>
          <p:nvPr>
            <p:ph idx="1" type="body"/>
          </p:nvPr>
        </p:nvSpPr>
        <p:spPr>
          <a:xfrm>
            <a:off x="5029100" y="3804401"/>
            <a:ext cx="3703500" cy="121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Выводы подчеркивают актуальность и важность дальнейшего изучения темы.</a:t>
            </a:r>
            <a:endParaRPr/>
          </a:p>
        </p:txBody>
      </p:sp>
      <p:pic>
        <p:nvPicPr>
          <p:cNvPr id="157" name="Google Shape;15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5925" y="1483000"/>
            <a:ext cx="387750" cy="29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5925" y="2643700"/>
            <a:ext cx="387750" cy="29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5925" y="3847675"/>
            <a:ext cx="387750" cy="29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41350" y="1461363"/>
            <a:ext cx="387750" cy="29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41350" y="2622063"/>
            <a:ext cx="387750" cy="29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41350" y="3826038"/>
            <a:ext cx="387750" cy="2935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3" name="Google Shape;163;p2"/>
          <p:cNvCxnSpPr/>
          <p:nvPr/>
        </p:nvCxnSpPr>
        <p:spPr>
          <a:xfrm>
            <a:off x="2150" y="966675"/>
            <a:ext cx="9196200" cy="0"/>
          </a:xfrm>
          <a:prstGeom prst="straightConnector1">
            <a:avLst/>
          </a:prstGeom>
          <a:noFill/>
          <a:ln cap="flat" cmpd="sng" w="19050">
            <a:solidFill>
              <a:srgbClr val="FEBF2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4" name="Google Shape;164;p2"/>
          <p:cNvSpPr/>
          <p:nvPr/>
        </p:nvSpPr>
        <p:spPr>
          <a:xfrm>
            <a:off x="-1420075" y="-59875"/>
            <a:ext cx="1315200" cy="6903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resentationGO">
  <a:themeElements>
    <a:clrScheme name="MEMPHIS">
      <a:dk1>
        <a:srgbClr val="484848"/>
      </a:dk1>
      <a:lt1>
        <a:srgbClr val="F1F9F7"/>
      </a:lt1>
      <a:dk2>
        <a:srgbClr val="484848"/>
      </a:dk2>
      <a:lt2>
        <a:srgbClr val="F1F9F7"/>
      </a:lt2>
      <a:accent1>
        <a:srgbClr val="ADDDE0"/>
      </a:accent1>
      <a:accent2>
        <a:srgbClr val="FEDC95"/>
      </a:accent2>
      <a:accent3>
        <a:srgbClr val="6BC8CB"/>
      </a:accent3>
      <a:accent4>
        <a:srgbClr val="FEBF23"/>
      </a:accent4>
      <a:accent5>
        <a:srgbClr val="FBFBFB"/>
      </a:accent5>
      <a:accent6>
        <a:srgbClr val="FD9295"/>
      </a:accent6>
      <a:hlink>
        <a:srgbClr val="FE9295"/>
      </a:hlink>
      <a:folHlink>
        <a:srgbClr val="F5F6F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