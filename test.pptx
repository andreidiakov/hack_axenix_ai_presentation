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</a:t>
            </a:r>
            <a:r>
              <a:rPr lang="ru"/>
              <a:t>TITLE_TITLE</a:t>
            </a:r>
            <a:r>
              <a:rPr lang="ru"/>
              <a:t>}}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{{SUBTITLE}}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{{TITLE_BULLETS_6}}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{{BULLET_1}}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{{BULLET_2}}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3804400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{{BULLET_3}}</a:t>
            </a:r>
            <a:endParaRPr/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4709050" y="1446838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{{BULLET_4}}</a:t>
            </a:r>
            <a:endParaRPr/>
          </a:p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4709050" y="26256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{{BULLET_5}}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4709050" y="38044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{{BULLET_6}}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{{TITLE_BULLETS_4}}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{{BULLET_1}}</a:t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{{BULLET_2}}</a:t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47013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{{BULLET_3}}</a:t>
            </a:r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47013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{{BULLET_4}}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{{TITLE_COMPARE}}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{{LEFT_ITEMS}}</a:t>
            </a:r>
            <a:endParaRPr/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{{LEFT_TITLE}}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>
                <a:solidFill>
                  <a:schemeClr val="lt1"/>
                </a:solidFill>
              </a:rPr>
              <a:t>{{RIGHT_ITEMS}}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{{RIGHT_TITLE}}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-1373950" y="16407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{{TITLE_LEFT_TEXT}}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{{ITEMS}}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4624500" y="0"/>
            <a:ext cx="4535100" cy="5143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503025" y="135250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{{TITLE_RIGHT_TEXT}}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6838325" y="11452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{{ITEMS}}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8"/>
          <p:cNvSpPr/>
          <p:nvPr/>
        </p:nvSpPr>
        <p:spPr>
          <a:xfrm>
            <a:off x="0" y="0"/>
            <a:ext cx="4535100" cy="5143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{{TITLE_THREE_COLUMNS}}</a:t>
            </a:r>
            <a:r>
              <a:rPr lang="ru"/>
              <a:t> 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1446825"/>
            <a:ext cx="2525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{{SUBTITLE_COLUMN_1}}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9"/>
          <p:cNvSpPr txBox="1"/>
          <p:nvPr>
            <p:ph idx="1" type="body"/>
          </p:nvPr>
        </p:nvSpPr>
        <p:spPr>
          <a:xfrm>
            <a:off x="3054100" y="1446825"/>
            <a:ext cx="2711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{{SUBTITLE_COLUMN_2}}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9"/>
          <p:cNvSpPr txBox="1"/>
          <p:nvPr>
            <p:ph idx="1" type="body"/>
          </p:nvPr>
        </p:nvSpPr>
        <p:spPr>
          <a:xfrm>
            <a:off x="5982400" y="1446825"/>
            <a:ext cx="2711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{{SUBTITLE_COLUMN_3}}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108" name="Google Shape;108;p19"/>
          <p:cNvSpPr txBox="1"/>
          <p:nvPr/>
        </p:nvSpPr>
        <p:spPr>
          <a:xfrm>
            <a:off x="418925" y="215625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{{ITEM_COLUMN_1}} </a:t>
            </a:r>
            <a:endParaRPr/>
          </a:p>
        </p:txBody>
      </p:sp>
      <p:sp>
        <p:nvSpPr>
          <p:cNvPr id="109" name="Google Shape;109;p19"/>
          <p:cNvSpPr txBox="1"/>
          <p:nvPr/>
        </p:nvSpPr>
        <p:spPr>
          <a:xfrm>
            <a:off x="3215125" y="21141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{{ITEM_COLUMN_2}} </a:t>
            </a:r>
            <a:endParaRPr/>
          </a:p>
        </p:txBody>
      </p:sp>
      <p:sp>
        <p:nvSpPr>
          <p:cNvPr id="110" name="Google Shape;110;p19"/>
          <p:cNvSpPr txBox="1"/>
          <p:nvPr/>
        </p:nvSpPr>
        <p:spPr>
          <a:xfrm>
            <a:off x="6184200" y="20720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{{ITEM_COLUMN_3}}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{{TITLE_TIMELINE}} </a:t>
            </a:r>
            <a:endParaRPr/>
          </a:p>
        </p:txBody>
      </p:sp>
      <p:cxnSp>
        <p:nvCxnSpPr>
          <p:cNvPr id="116" name="Google Shape;116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7" name="Google Shape;117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" name="Google Shape;119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" name="Google Shape;121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" name="Google Shape;122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{{POINT_1}}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{{POINT_2}}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{{POINT_3}}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{{POINT_4}}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{{POINT_5}}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{{TITLE_CLOSE}} </a:t>
            </a:r>
            <a:endParaRPr/>
          </a:p>
        </p:txBody>
      </p:sp>
      <p:sp>
        <p:nvSpPr>
          <p:cNvPr id="132" name="Google Shape;132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{{SUBTITLE}}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