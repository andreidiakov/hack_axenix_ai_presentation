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/>
    <p:restoredTop sz="94663"/>
  </p:normalViewPr>
  <p:slideViewPr>
    <p:cSldViewPr snapToGrid="0" snapToObjects="1">
      <p:cViewPr varScale="1">
        <p:scale>
          <a:sx n="156" d="100"/>
          <a:sy n="156" d="100"/>
        </p:scale>
        <p:origin x="46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3A7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2743200"/>
            <a:ext cx="8869680" cy="38100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804672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3800" b="1" i="0" dirty="0" err="1">
                <a:solidFill>
                  <a:srgbClr val="FFFFFF"/>
                </a:solidFill>
              </a:rPr>
              <a:t>T</a:t>
            </a:r>
            <a:r>
              <a:rPr lang="en-US" sz="3800" b="1" i="0" dirty="0">
                <a:solidFill>
                  <a:srgbClr val="FFFFFF"/>
                </a:solidFill>
              </a:rPr>
              <a:t>ITLE</a:t>
            </a:r>
            <a:endParaRPr sz="3800" b="1" i="0" dirty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288036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B84B"/>
                </a:solidFill>
              </a:rPr>
              <a:t>{{SUBTITLE}}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74903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7A9A"/>
                </a:solidFill>
              </a:rPr>
              <a:t>{{DATE}}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374903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A7A9A"/>
                </a:solidFill>
              </a:rPr>
              <a:t>{{AUTHOR}}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47548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A7A9A"/>
                </a:solidFill>
              </a:rPr>
              <a:t>1/5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E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9144000" cy="38100"/>
          </a:xfrm>
          <a:prstGeom prst="rect">
            <a:avLst/>
          </a:prstGeom>
          <a:solidFill>
            <a:srgbClr val="3A7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{{SLIDE_TITLE}}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A7A9A"/>
                </a:solidFill>
              </a:rPr>
              <a:t>{{BODY_TEXT}}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64792"/>
            <a:ext cx="73152" cy="73152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1600200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8E8FF"/>
                </a:solidFill>
              </a:rPr>
              <a:t>{{BULLET_1}}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423160"/>
            <a:ext cx="73152" cy="73152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2258568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8E8FF"/>
                </a:solidFill>
              </a:rPr>
              <a:t>{{BULLET_2}}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081528"/>
            <a:ext cx="73152" cy="73152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" y="2916936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8E8FF"/>
                </a:solidFill>
              </a:rPr>
              <a:t>{{BULLET_3}}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739896"/>
            <a:ext cx="73152" cy="73152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" y="3575304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8E8FF"/>
                </a:solidFill>
              </a:rPr>
              <a:t>{{BULLET_4}}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47548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A7A9A"/>
                </a:solidFill>
              </a:rPr>
              <a:t>2/5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E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9144000" cy="38100"/>
          </a:xfrm>
          <a:prstGeom prst="rect">
            <a:avLst/>
          </a:prstGeom>
          <a:solidFill>
            <a:srgbClr val="3A7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{{SLIDE_TITLE}}</a:t>
            </a:r>
          </a:p>
        </p:txBody>
      </p:sp>
      <p:sp>
        <p:nvSpPr>
          <p:cNvPr id="5" name="Rectangle 4"/>
          <p:cNvSpPr/>
          <p:nvPr/>
        </p:nvSpPr>
        <p:spPr>
          <a:xfrm>
            <a:off x="4480560" y="914400"/>
            <a:ext cx="38100" cy="3977639"/>
          </a:xfrm>
          <a:prstGeom prst="rect">
            <a:avLst/>
          </a:prstGeom>
          <a:solidFill>
            <a:srgbClr val="3A7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B84B"/>
                </a:solidFill>
              </a:rPr>
              <a:t>{{LEFT_TITLE}}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08760"/>
            <a:ext cx="3840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8E8FF"/>
                </a:solidFill>
              </a:rPr>
              <a:t>{{LEFT_ITEMS}}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91440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B84B"/>
                </a:solidFill>
              </a:rPr>
              <a:t>{{RIGHT_TITLE}}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150876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8E8FF"/>
                </a:solidFill>
              </a:rPr>
              <a:t>{{RIGHT_ITEMS}}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47548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A7A9A"/>
                </a:solidFill>
              </a:rPr>
              <a:t>3/5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E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9144000" cy="38100"/>
          </a:xfrm>
          <a:prstGeom prst="rect">
            <a:avLst/>
          </a:prstGeom>
          <a:solidFill>
            <a:srgbClr val="3A7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{{SLIDE_TITLE}}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7315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 i="0">
                <a:solidFill>
                  <a:srgbClr val="E8B84B"/>
                </a:solidFill>
              </a:rPr>
              <a:t>{{STAT}}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0">
                <a:solidFill>
                  <a:srgbClr val="5A7A9A"/>
                </a:solidFill>
              </a:rPr>
              <a:t>{{STAT_LABEL}}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8862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5A7A9A"/>
                </a:solidFill>
              </a:rPr>
              <a:t>{{STAT_COMMENT}}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47548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A7A9A"/>
                </a:solidFill>
              </a:rPr>
              <a:t>4/5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942332"/>
            <a:ext cx="9144000" cy="201168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{{CLOSING_TITLE}}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E8B84B"/>
                </a:solidFill>
              </a:rPr>
              <a:t>{{CLOSING_SUBTITLE}}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A7A9A"/>
                </a:solidFill>
              </a:rPr>
              <a:t>{{CONTACT}}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47548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A7A9A"/>
                </a:solidFill>
              </a:rPr>
              <a:t>5/5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122</Words>
  <Application>Microsoft Macintosh PowerPoint</Application>
  <PresentationFormat>Экран (16:9)</PresentationFormat>
  <Paragraphs>31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Andrew Diakov</cp:lastModifiedBy>
  <cp:revision>2</cp:revision>
  <dcterms:created xsi:type="dcterms:W3CDTF">2013-01-27T09:14:16Z</dcterms:created>
  <dcterms:modified xsi:type="dcterms:W3CDTF">2026-02-28T11:33:19Z</dcterms:modified>
  <cp:category/>
</cp:coreProperties>
</file>