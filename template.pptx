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5143500" cx="9144000"/>
  <p:notesSz cx="6858000" cy="9144000"/>
  <p:embeddedFontLst>
    <p:embeddedFont>
      <p:font typeface="Anton"/>
      <p:regular r:id="rId15"/>
    </p:embeddedFont>
    <p:embeddedFont>
      <p:font typeface="Raleway"/>
      <p:regular r:id="rId16"/>
      <p:bold r:id="rId17"/>
      <p:italic r:id="rId18"/>
      <p:boldItalic r:id="rId19"/>
    </p:embeddedFont>
    <p:embeddedFont>
      <p:font typeface="Alata"/>
      <p:regular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21" roundtripDataSignature="AMtx7mgqhwoKocGEbOTty8hQLLWYrN/q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lata-regular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Anton-regular.fntdata"/><Relationship Id="rId14" Type="http://schemas.openxmlformats.org/officeDocument/2006/relationships/slide" Target="slides/slide9.xml"/><Relationship Id="rId17" Type="http://schemas.openxmlformats.org/officeDocument/2006/relationships/font" Target="fonts/Raleway-bold.fntdata"/><Relationship Id="rId16" Type="http://schemas.openxmlformats.org/officeDocument/2006/relationships/font" Target="fonts/Raleway-regular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Raleway-boldItalic.fntdata"/><Relationship Id="rId6" Type="http://schemas.openxmlformats.org/officeDocument/2006/relationships/slide" Target="slides/slide1.xml"/><Relationship Id="rId18" Type="http://schemas.openxmlformats.org/officeDocument/2006/relationships/font" Target="fonts/Raleway-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" name="Google Shape;6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" name="Google Shape;7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6" name="Google Shape;14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1">
  <p:cSld name="TITLE_1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4"/>
          <p:cNvSpPr txBox="1"/>
          <p:nvPr>
            <p:ph type="ctrTitle"/>
          </p:nvPr>
        </p:nvSpPr>
        <p:spPr>
          <a:xfrm>
            <a:off x="311708" y="1869350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200"/>
              <a:buNone/>
              <a:defRPr sz="9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" name="Google Shape;21;p14"/>
          <p:cNvSpPr txBox="1"/>
          <p:nvPr>
            <p:ph idx="1" type="subTitle"/>
          </p:nvPr>
        </p:nvSpPr>
        <p:spPr>
          <a:xfrm>
            <a:off x="311700" y="3958900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lata"/>
              <a:buNone/>
              <a:defRPr sz="2800">
                <a:latin typeface="Alata"/>
                <a:ea typeface="Alata"/>
                <a:cs typeface="Alata"/>
                <a:sym typeface="Alat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2" name="Google Shape;2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5" name="Google Shape;25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1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1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7"/>
          <p:cNvSpPr/>
          <p:nvPr>
            <p:ph idx="2" type="pic"/>
          </p:nvPr>
        </p:nvSpPr>
        <p:spPr>
          <a:xfrm>
            <a:off x="656688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  <p:sp>
        <p:nvSpPr>
          <p:cNvPr id="33" name="Google Shape;3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4" name="Google Shape;34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5" name="Google Shape;35;p17"/>
          <p:cNvSpPr/>
          <p:nvPr>
            <p:ph idx="3" type="pic"/>
          </p:nvPr>
        </p:nvSpPr>
        <p:spPr>
          <a:xfrm>
            <a:off x="6796213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17"/>
          <p:cNvSpPr/>
          <p:nvPr>
            <p:ph idx="4" type="pic"/>
          </p:nvPr>
        </p:nvSpPr>
        <p:spPr>
          <a:xfrm>
            <a:off x="2703196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/>
          <p:nvPr>
            <p:ph idx="5" type="pic"/>
          </p:nvPr>
        </p:nvSpPr>
        <p:spPr>
          <a:xfrm>
            <a:off x="4749704" y="2359850"/>
            <a:ext cx="1691100" cy="1691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8"/>
          <p:cNvSpPr txBox="1"/>
          <p:nvPr>
            <p:ph type="title"/>
          </p:nvPr>
        </p:nvSpPr>
        <p:spPr>
          <a:xfrm>
            <a:off x="490250" y="450150"/>
            <a:ext cx="41064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1" name="Google Shape;41;p18"/>
          <p:cNvSpPr/>
          <p:nvPr>
            <p:ph idx="2" type="pic"/>
          </p:nvPr>
        </p:nvSpPr>
        <p:spPr>
          <a:xfrm>
            <a:off x="3814650" y="1349025"/>
            <a:ext cx="4657800" cy="28185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1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5" name="Google Shape;45;p1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" name="Google Shape;46;p1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50" name="Google Shape;50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2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nton"/>
              <a:buNone/>
              <a:defRPr b="0" i="0" sz="2800" u="none" cap="none" strike="noStrike">
                <a:solidFill>
                  <a:schemeClr val="dk1"/>
                </a:solidFill>
                <a:latin typeface="Anton"/>
                <a:ea typeface="Anton"/>
                <a:cs typeface="Anton"/>
                <a:sym typeface="Anton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nton"/>
              <a:buChar char="●"/>
              <a:defRPr b="0" i="0" sz="1800" u="none" cap="none" strike="noStrike">
                <a:solidFill>
                  <a:schemeClr val="dk2"/>
                </a:solidFill>
                <a:latin typeface="Anton"/>
                <a:ea typeface="Anton"/>
                <a:cs typeface="Anton"/>
                <a:sym typeface="Anton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nton"/>
              <a:buChar char="○"/>
              <a:defRPr b="0" i="0" sz="1400" u="none" cap="none" strike="noStrike">
                <a:solidFill>
                  <a:schemeClr val="dk2"/>
                </a:solidFill>
                <a:latin typeface="Anton"/>
                <a:ea typeface="Anton"/>
                <a:cs typeface="Anton"/>
                <a:sym typeface="Anton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■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●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○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■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●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○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lata"/>
              <a:buChar char="■"/>
              <a:defRPr b="0" i="0" sz="1400" u="none" cap="none" strike="noStrike">
                <a:solidFill>
                  <a:schemeClr val="dk2"/>
                </a:solidFill>
                <a:latin typeface="Alata"/>
                <a:ea typeface="Alata"/>
                <a:cs typeface="Alata"/>
                <a:sym typeface="Alata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{{TITLE_TITLE}}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56" name="Google Shape;56;p1"/>
          <p:cNvSpPr txBox="1"/>
          <p:nvPr>
            <p:ph idx="1" type="subTitle"/>
          </p:nvPr>
        </p:nvSpPr>
        <p:spPr>
          <a:xfrm>
            <a:off x="311700" y="283412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</a:pPr>
            <a:r>
              <a:rPr b="1" lang="ru" sz="3709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{{SUBTITLE}}</a:t>
            </a:r>
            <a:endParaRPr b="1" sz="1490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57" name="Google Shape;57;p1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58" name="Google Shape;58;p1"/>
          <p:cNvSpPr/>
          <p:nvPr/>
        </p:nvSpPr>
        <p:spPr>
          <a:xfrm>
            <a:off x="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"/>
          <p:cNvSpPr txBox="1"/>
          <p:nvPr>
            <p:ph type="title"/>
          </p:nvPr>
        </p:nvSpPr>
        <p:spPr>
          <a:xfrm>
            <a:off x="311700" y="4735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{{TITLE_BULLETS_6}}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4" name="Google Shape;64;p2"/>
          <p:cNvSpPr txBox="1"/>
          <p:nvPr>
            <p:ph idx="1" type="body"/>
          </p:nvPr>
        </p:nvSpPr>
        <p:spPr>
          <a:xfrm>
            <a:off x="311700" y="1446825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{{BULLET_1}}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5" name="Google Shape;65;p2"/>
          <p:cNvSpPr txBox="1"/>
          <p:nvPr>
            <p:ph idx="1" type="body"/>
          </p:nvPr>
        </p:nvSpPr>
        <p:spPr>
          <a:xfrm>
            <a:off x="311700" y="2625650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{{BULLET_2}}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6" name="Google Shape;66;p2"/>
          <p:cNvSpPr txBox="1"/>
          <p:nvPr>
            <p:ph idx="1" type="body"/>
          </p:nvPr>
        </p:nvSpPr>
        <p:spPr>
          <a:xfrm>
            <a:off x="311700" y="3804400"/>
            <a:ext cx="4088100" cy="11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{{BULLET_3}}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7" name="Google Shape;67;p2"/>
          <p:cNvSpPr txBox="1"/>
          <p:nvPr>
            <p:ph idx="1" type="body"/>
          </p:nvPr>
        </p:nvSpPr>
        <p:spPr>
          <a:xfrm>
            <a:off x="4709050" y="1446864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{{BULLET_4}}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8" name="Google Shape;68;p2"/>
          <p:cNvSpPr txBox="1"/>
          <p:nvPr>
            <p:ph idx="1" type="body"/>
          </p:nvPr>
        </p:nvSpPr>
        <p:spPr>
          <a:xfrm>
            <a:off x="4709050" y="2625625"/>
            <a:ext cx="40881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{{BULLET_5}}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69" name="Google Shape;69;p2"/>
          <p:cNvSpPr txBox="1"/>
          <p:nvPr>
            <p:ph idx="1" type="body"/>
          </p:nvPr>
        </p:nvSpPr>
        <p:spPr>
          <a:xfrm>
            <a:off x="4709050" y="3804441"/>
            <a:ext cx="4088100" cy="118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{{BULLET_6}}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 txBox="1"/>
          <p:nvPr>
            <p:ph type="title"/>
          </p:nvPr>
        </p:nvSpPr>
        <p:spPr>
          <a:xfrm>
            <a:off x="311700" y="470850"/>
            <a:ext cx="8341500" cy="5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{{TITLE_BULLETS_4}}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7" name="Google Shape;77;p3"/>
          <p:cNvSpPr txBox="1"/>
          <p:nvPr>
            <p:ph idx="1" type="body"/>
          </p:nvPr>
        </p:nvSpPr>
        <p:spPr>
          <a:xfrm>
            <a:off x="311700" y="1446825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{{BULLET_1}}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8" name="Google Shape;78;p3"/>
          <p:cNvSpPr txBox="1"/>
          <p:nvPr>
            <p:ph idx="1" type="body"/>
          </p:nvPr>
        </p:nvSpPr>
        <p:spPr>
          <a:xfrm>
            <a:off x="311700" y="3180198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{{BULLET_2}}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9" name="Google Shape;79;p3"/>
          <p:cNvSpPr txBox="1"/>
          <p:nvPr>
            <p:ph idx="1" type="body"/>
          </p:nvPr>
        </p:nvSpPr>
        <p:spPr>
          <a:xfrm>
            <a:off x="4701300" y="1446825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{{BULLET_3}}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0" name="Google Shape;80;p3"/>
          <p:cNvSpPr txBox="1"/>
          <p:nvPr>
            <p:ph idx="1" type="body"/>
          </p:nvPr>
        </p:nvSpPr>
        <p:spPr>
          <a:xfrm>
            <a:off x="4701300" y="3180372"/>
            <a:ext cx="4088100" cy="1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{{BULLET_4}}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1" name="Google Shape;81;p3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909090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"/>
          <p:cNvSpPr txBox="1"/>
          <p:nvPr>
            <p:ph type="title"/>
          </p:nvPr>
        </p:nvSpPr>
        <p:spPr>
          <a:xfrm>
            <a:off x="418950" y="428575"/>
            <a:ext cx="8357700" cy="58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{{TITLE_COMPARE}}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8" name="Google Shape;88;p4"/>
          <p:cNvSpPr txBox="1"/>
          <p:nvPr>
            <p:ph idx="1" type="body"/>
          </p:nvPr>
        </p:nvSpPr>
        <p:spPr>
          <a:xfrm>
            <a:off x="354775" y="1859600"/>
            <a:ext cx="3834900" cy="30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{{LEFT_ITEMS}}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89" name="Google Shape;89;p4"/>
          <p:cNvSpPr txBox="1"/>
          <p:nvPr/>
        </p:nvSpPr>
        <p:spPr>
          <a:xfrm>
            <a:off x="354775" y="1250575"/>
            <a:ext cx="3834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{{LEFT_TITLE}}</a:t>
            </a:r>
            <a:endParaRPr b="1" i="0" sz="1800" u="none" cap="none" strike="noStrike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0" name="Google Shape;90;p4"/>
          <p:cNvSpPr txBox="1"/>
          <p:nvPr>
            <p:ph idx="1" type="body"/>
          </p:nvPr>
        </p:nvSpPr>
        <p:spPr>
          <a:xfrm>
            <a:off x="4710750" y="1859600"/>
            <a:ext cx="4083900" cy="30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{{RIGHT_ITEMS}}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1" name="Google Shape;91;p4"/>
          <p:cNvSpPr txBox="1"/>
          <p:nvPr/>
        </p:nvSpPr>
        <p:spPr>
          <a:xfrm>
            <a:off x="4710750" y="1250575"/>
            <a:ext cx="4083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{{RIGHT_TITLE}}</a:t>
            </a:r>
            <a:endParaRPr b="1" i="0" sz="1800" u="none" cap="none" strike="noStrike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2" name="Google Shape;92;p4"/>
          <p:cNvSpPr/>
          <p:nvPr/>
        </p:nvSpPr>
        <p:spPr>
          <a:xfrm>
            <a:off x="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93" name="Google Shape;93;p4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cxnSp>
        <p:nvCxnSpPr>
          <p:cNvPr id="94" name="Google Shape;94;p4"/>
          <p:cNvCxnSpPr/>
          <p:nvPr/>
        </p:nvCxnSpPr>
        <p:spPr>
          <a:xfrm>
            <a:off x="4535400" y="1234000"/>
            <a:ext cx="0" cy="3892200"/>
          </a:xfrm>
          <a:prstGeom prst="straightConnector1">
            <a:avLst/>
          </a:prstGeom>
          <a:noFill/>
          <a:ln cap="flat" cmpd="sng" w="9525">
            <a:solidFill>
              <a:srgbClr val="C2D076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5"/>
          <p:cNvSpPr txBox="1"/>
          <p:nvPr>
            <p:ph type="title"/>
          </p:nvPr>
        </p:nvSpPr>
        <p:spPr>
          <a:xfrm>
            <a:off x="262125" y="260325"/>
            <a:ext cx="85758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{{TITLE_LEFT_TEXT}}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0" name="Google Shape;100;p5"/>
          <p:cNvSpPr txBox="1"/>
          <p:nvPr>
            <p:ph idx="1" type="body"/>
          </p:nvPr>
        </p:nvSpPr>
        <p:spPr>
          <a:xfrm>
            <a:off x="311700" y="957975"/>
            <a:ext cx="4312800" cy="392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{{ITEMS}}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02" name="Google Shape;102;p5"/>
          <p:cNvSpPr/>
          <p:nvPr/>
        </p:nvSpPr>
        <p:spPr>
          <a:xfrm>
            <a:off x="909060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 txBox="1"/>
          <p:nvPr>
            <p:ph type="title"/>
          </p:nvPr>
        </p:nvSpPr>
        <p:spPr>
          <a:xfrm>
            <a:off x="429875" y="274250"/>
            <a:ext cx="81837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{{TITLE_RIGHT_TEXT}}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8" name="Google Shape;108;p6"/>
          <p:cNvSpPr txBox="1"/>
          <p:nvPr>
            <p:ph idx="1" type="body"/>
          </p:nvPr>
        </p:nvSpPr>
        <p:spPr>
          <a:xfrm>
            <a:off x="4439875" y="1031725"/>
            <a:ext cx="4233300" cy="370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1" lang="ru">
                <a:latin typeface="Raleway"/>
                <a:ea typeface="Raleway"/>
                <a:cs typeface="Raleway"/>
                <a:sym typeface="Raleway"/>
              </a:rPr>
              <a:t>{{ITEMS}}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909060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{{TITLE_THREE_COLUMNS}} 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6" name="Google Shape;116;p7"/>
          <p:cNvSpPr txBox="1"/>
          <p:nvPr>
            <p:ph idx="1" type="body"/>
          </p:nvPr>
        </p:nvSpPr>
        <p:spPr>
          <a:xfrm>
            <a:off x="311700" y="1446825"/>
            <a:ext cx="2525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500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{{SUBTITLE_COLUMN_1}}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7" name="Google Shape;117;p7"/>
          <p:cNvSpPr txBox="1"/>
          <p:nvPr>
            <p:ph idx="1" type="body"/>
          </p:nvPr>
        </p:nvSpPr>
        <p:spPr>
          <a:xfrm>
            <a:off x="3054100" y="144682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500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{{SUBTITLE_COLUMN_2}}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7"/>
          <p:cNvSpPr txBox="1"/>
          <p:nvPr>
            <p:ph idx="1" type="body"/>
          </p:nvPr>
        </p:nvSpPr>
        <p:spPr>
          <a:xfrm>
            <a:off x="6015400" y="1446825"/>
            <a:ext cx="2678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500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{{SUBTITLE_COLUMN_3}}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9" name="Google Shape;119;p7"/>
          <p:cNvSpPr txBox="1"/>
          <p:nvPr/>
        </p:nvSpPr>
        <p:spPr>
          <a:xfrm>
            <a:off x="311700" y="2156250"/>
            <a:ext cx="2458800" cy="26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" sz="15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{{ITEM_COLUMN_1}} </a:t>
            </a:r>
            <a:endParaRPr b="1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0" name="Google Shape;120;p7"/>
          <p:cNvSpPr txBox="1"/>
          <p:nvPr/>
        </p:nvSpPr>
        <p:spPr>
          <a:xfrm>
            <a:off x="3037350" y="2114025"/>
            <a:ext cx="2711100" cy="27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" sz="15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{{ITEM_COLUMN_2}} </a:t>
            </a:r>
            <a:endParaRPr b="1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7"/>
          <p:cNvSpPr txBox="1"/>
          <p:nvPr/>
        </p:nvSpPr>
        <p:spPr>
          <a:xfrm>
            <a:off x="6015175" y="2156250"/>
            <a:ext cx="2678100" cy="27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ru" sz="15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{{ITEM_COLUMN_3}} </a:t>
            </a:r>
            <a:endParaRPr b="1" i="0" sz="14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2" name="Google Shape;122;p7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90991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cxnSp>
        <p:nvCxnSpPr>
          <p:cNvPr id="124" name="Google Shape;124;p7"/>
          <p:cNvCxnSpPr/>
          <p:nvPr/>
        </p:nvCxnSpPr>
        <p:spPr>
          <a:xfrm>
            <a:off x="2910725" y="1308875"/>
            <a:ext cx="0" cy="3838800"/>
          </a:xfrm>
          <a:prstGeom prst="straightConnector1">
            <a:avLst/>
          </a:prstGeom>
          <a:noFill/>
          <a:ln cap="flat" cmpd="sng" w="9525">
            <a:solidFill>
              <a:srgbClr val="C2D076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25" name="Google Shape;125;p7"/>
          <p:cNvCxnSpPr/>
          <p:nvPr/>
        </p:nvCxnSpPr>
        <p:spPr>
          <a:xfrm>
            <a:off x="5885350" y="1308875"/>
            <a:ext cx="0" cy="3838800"/>
          </a:xfrm>
          <a:prstGeom prst="straightConnector1">
            <a:avLst/>
          </a:prstGeom>
          <a:noFill/>
          <a:ln cap="flat" cmpd="sng" w="9525">
            <a:solidFill>
              <a:srgbClr val="C2D076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8"/>
          <p:cNvSpPr txBox="1"/>
          <p:nvPr>
            <p:ph type="title"/>
          </p:nvPr>
        </p:nvSpPr>
        <p:spPr>
          <a:xfrm>
            <a:off x="246875" y="171275"/>
            <a:ext cx="8520600" cy="5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{{TITLE_TIMELINE}} 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cxnSp>
        <p:nvCxnSpPr>
          <p:cNvPr id="131" name="Google Shape;131;p8"/>
          <p:cNvCxnSpPr/>
          <p:nvPr/>
        </p:nvCxnSpPr>
        <p:spPr>
          <a:xfrm>
            <a:off x="302125" y="2783925"/>
            <a:ext cx="84975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2" name="Google Shape;132;p8"/>
          <p:cNvCxnSpPr/>
          <p:nvPr/>
        </p:nvCxnSpPr>
        <p:spPr>
          <a:xfrm>
            <a:off x="1123225" y="2776175"/>
            <a:ext cx="0" cy="1433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3" name="Google Shape;133;p8"/>
          <p:cNvCxnSpPr/>
          <p:nvPr/>
        </p:nvCxnSpPr>
        <p:spPr>
          <a:xfrm rot="10800000">
            <a:off x="2990050" y="1312025"/>
            <a:ext cx="0" cy="14874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4" name="Google Shape;134;p8"/>
          <p:cNvCxnSpPr/>
          <p:nvPr/>
        </p:nvCxnSpPr>
        <p:spPr>
          <a:xfrm>
            <a:off x="4732975" y="2799425"/>
            <a:ext cx="0" cy="1417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5" name="Google Shape;135;p8"/>
          <p:cNvCxnSpPr/>
          <p:nvPr/>
        </p:nvCxnSpPr>
        <p:spPr>
          <a:xfrm rot="10800000">
            <a:off x="6553325" y="1312075"/>
            <a:ext cx="0" cy="1479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6" name="Google Shape;136;p8"/>
          <p:cNvCxnSpPr/>
          <p:nvPr/>
        </p:nvCxnSpPr>
        <p:spPr>
          <a:xfrm>
            <a:off x="7947650" y="2760725"/>
            <a:ext cx="0" cy="1494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7" name="Google Shape;137;p8"/>
          <p:cNvSpPr txBox="1"/>
          <p:nvPr/>
        </p:nvSpPr>
        <p:spPr>
          <a:xfrm>
            <a:off x="1202950" y="2897850"/>
            <a:ext cx="1787100" cy="19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{{POINT_1}}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1016300" y="743975"/>
            <a:ext cx="1787100" cy="18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{{POINT_2}}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3774850" y="744075"/>
            <a:ext cx="1787100" cy="18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{{POINT_3}}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6796475" y="726450"/>
            <a:ext cx="1787100" cy="184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{{POINT_4}}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6018250" y="2946800"/>
            <a:ext cx="1787100" cy="19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ru" sz="1800" u="none" cap="none" strike="noStrike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rPr>
              <a:t>{{POINT_5}}</a:t>
            </a:r>
            <a:endParaRPr b="1" i="0" sz="1800" u="none" cap="none" strike="noStrike">
              <a:solidFill>
                <a:schemeClr val="dk2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43" name="Google Shape;143;p8"/>
          <p:cNvSpPr/>
          <p:nvPr/>
        </p:nvSpPr>
        <p:spPr>
          <a:xfrm>
            <a:off x="909060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b="1" lang="ru">
                <a:solidFill>
                  <a:srgbClr val="C2D076"/>
                </a:solidFill>
                <a:latin typeface="Raleway"/>
                <a:ea typeface="Raleway"/>
                <a:cs typeface="Raleway"/>
                <a:sym typeface="Raleway"/>
              </a:rPr>
              <a:t>{{TITLE_CLOSE}} </a:t>
            </a:r>
            <a:endParaRPr b="1">
              <a:solidFill>
                <a:srgbClr val="C2D076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49" name="Google Shape;149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b="1" lang="ru" sz="3709">
                <a:latin typeface="Raleway"/>
                <a:ea typeface="Raleway"/>
                <a:cs typeface="Raleway"/>
                <a:sym typeface="Raleway"/>
              </a:rPr>
              <a:t>{{SUBTITLE}}</a:t>
            </a:r>
            <a:endParaRPr b="1"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50" name="Google Shape;150;p9"/>
          <p:cNvSpPr/>
          <p:nvPr/>
        </p:nvSpPr>
        <p:spPr>
          <a:xfrm>
            <a:off x="-8550" y="-6425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  <p:sp>
        <p:nvSpPr>
          <p:cNvPr id="151" name="Google Shape;151;p9"/>
          <p:cNvSpPr/>
          <p:nvPr/>
        </p:nvSpPr>
        <p:spPr>
          <a:xfrm>
            <a:off x="9099150" y="0"/>
            <a:ext cx="53400" cy="51435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nton"/>
              <a:ea typeface="Anton"/>
              <a:cs typeface="Anton"/>
              <a:sym typeface="Anto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EAE8F3"/>
      </a:lt1>
      <a:dk2>
        <a:srgbClr val="191515"/>
      </a:dk2>
      <a:lt2>
        <a:srgbClr val="EAE8F3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