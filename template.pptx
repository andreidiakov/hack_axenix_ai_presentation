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embeddedFontLst>
    <p:embeddedFont>
      <p:font typeface="Anonymous Pro"/>
      <p:regular r:id="rId16"/>
      <p:bold r:id="rId17"/>
      <p:italic r:id="rId18"/>
      <p:boldItalic r:id="rId19"/>
    </p:embeddedFont>
    <p:embeddedFont>
      <p:font typeface="PT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TSans-regular.fntdata"/><Relationship Id="rId11" Type="http://schemas.openxmlformats.org/officeDocument/2006/relationships/slide" Target="slides/slide5.xml"/><Relationship Id="rId22" Type="http://schemas.openxmlformats.org/officeDocument/2006/relationships/font" Target="fonts/PTSans-italic.fntdata"/><Relationship Id="rId10" Type="http://schemas.openxmlformats.org/officeDocument/2006/relationships/slide" Target="slides/slide4.xml"/><Relationship Id="rId21" Type="http://schemas.openxmlformats.org/officeDocument/2006/relationships/font" Target="fonts/PTSans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font" Target="fonts/PTSans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AnonymousPro-bold.fntdata"/><Relationship Id="rId16" Type="http://schemas.openxmlformats.org/officeDocument/2006/relationships/font" Target="fonts/AnonymousPro-regular.fntdata"/><Relationship Id="rId5" Type="http://schemas.openxmlformats.org/officeDocument/2006/relationships/slideMaster" Target="slideMasters/slideMaster2.xml"/><Relationship Id="rId19" Type="http://schemas.openxmlformats.org/officeDocument/2006/relationships/font" Target="fonts/AnonymousPro-bold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AnonymousPr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cbdf8b6c57_6_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g3cbdf8b6c57_6_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cbdf8b6c57_6_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cbdf8b6c57_6_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" name="Google Shape;62;g3cbdf8b6c57_6_10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cbdf8b6c57_6_10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bdf8b6c57_6_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g3cbdf8b6c57_6_34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g3cbdf8b6c57_6_34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f8b6c57_6_5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g3cbdf8b6c57_6_5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cbdf8b6c57_6_5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cbdf8b6c57_6_6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" name="Google Shape;107;g3cbdf8b6c57_6_69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cbdf8b6c57_6_69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cbdf8b6c57_6_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cbdf8b6c57_6_6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cbdf8b6c57_6_6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bdf8b6c57_6_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cbdf8b6c57_6_78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g3cbdf8b6c57_6_78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bdf8b6c57_6_9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g3cbdf8b6c57_6_93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cbdf8b6c57_6_93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bdf8b6c57_6_1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2" name="Google Shape;162;g3cbdf8b6c57_6_113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g3cbdf8b6c57_6_113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7" name="Google Shape;57;p15"/>
          <p:cNvPicPr preferRelativeResize="0"/>
          <p:nvPr/>
        </p:nvPicPr>
        <p:blipFill rotWithShape="1">
          <a:blip r:embed="rId3">
            <a:alphaModFix/>
          </a:blip>
          <a:srcRect b="461" l="0" r="0" t="0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5"/>
          <p:cNvSpPr txBox="1"/>
          <p:nvPr/>
        </p:nvSpPr>
        <p:spPr>
          <a:xfrm rot="-921473">
            <a:off x="1155038" y="1092671"/>
            <a:ext cx="4444823" cy="263296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10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26"/>
              <a:buFont typeface="PT Sans"/>
              <a:buNone/>
            </a:pPr>
            <a:r>
              <a:rPr lang="ru" sz="4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{{TITLE_TITLE}}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 txBox="1"/>
          <p:nvPr/>
        </p:nvSpPr>
        <p:spPr>
          <a:xfrm rot="-834878">
            <a:off x="2246901" y="3317547"/>
            <a:ext cx="4010796" cy="875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1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89"/>
              <a:buFont typeface="PT Sans"/>
              <a:buNone/>
            </a:pPr>
            <a:r>
              <a:rPr lang="ru" sz="3000">
                <a:latin typeface="PT Sans"/>
                <a:ea typeface="PT Sans"/>
                <a:cs typeface="PT Sans"/>
                <a:sym typeface="PT Sans"/>
              </a:rPr>
              <a:t>{{SUBTITLE}}</a:t>
            </a:r>
            <a:endParaRPr sz="3000"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5" name="Google Shape;65;p16"/>
          <p:cNvPicPr preferRelativeResize="0"/>
          <p:nvPr/>
        </p:nvPicPr>
        <p:blipFill rotWithShape="1">
          <a:blip r:embed="rId3">
            <a:alphaModFix/>
          </a:blip>
          <a:srcRect b="735" l="0" r="51" t="0"/>
          <a:stretch/>
        </p:blipFill>
        <p:spPr>
          <a:xfrm>
            <a:off x="0" y="0"/>
            <a:ext cx="914399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6"/>
          <p:cNvSpPr/>
          <p:nvPr/>
        </p:nvSpPr>
        <p:spPr>
          <a:xfrm rot="-8938">
            <a:off x="1185" y="516041"/>
            <a:ext cx="9115831" cy="948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{{TITLE_BULLETS_6}}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6"/>
          <p:cNvSpPr/>
          <p:nvPr/>
        </p:nvSpPr>
        <p:spPr>
          <a:xfrm>
            <a:off x="576263" y="212407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1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3643313" y="212407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2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6"/>
          <p:cNvSpPr/>
          <p:nvPr/>
        </p:nvSpPr>
        <p:spPr>
          <a:xfrm>
            <a:off x="6710363" y="212407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3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576263" y="3557588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4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6"/>
          <p:cNvSpPr/>
          <p:nvPr/>
        </p:nvSpPr>
        <p:spPr>
          <a:xfrm>
            <a:off x="3643313" y="3557588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5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6710363" y="3557588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6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444575" y="2333625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69"/>
              <a:buFont typeface="Anonymous Pro"/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{{BULLET_1}}</a:t>
            </a:r>
            <a:endParaRPr/>
          </a:p>
        </p:txBody>
      </p:sp>
      <p:sp>
        <p:nvSpPr>
          <p:cNvPr id="74" name="Google Shape;74;p16"/>
          <p:cNvSpPr txBox="1"/>
          <p:nvPr/>
        </p:nvSpPr>
        <p:spPr>
          <a:xfrm>
            <a:off x="3477950" y="2394525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{{BULLET_2}}</a:t>
            </a:r>
            <a:endParaRPr/>
          </a:p>
        </p:txBody>
      </p:sp>
      <p:sp>
        <p:nvSpPr>
          <p:cNvPr id="75" name="Google Shape;75;p16"/>
          <p:cNvSpPr txBox="1"/>
          <p:nvPr/>
        </p:nvSpPr>
        <p:spPr>
          <a:xfrm>
            <a:off x="6596525" y="2333613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{{BULLET_3}}</a:t>
            </a:r>
            <a:endParaRPr/>
          </a:p>
        </p:txBody>
      </p:sp>
      <p:sp>
        <p:nvSpPr>
          <p:cNvPr id="76" name="Google Shape;76;p16"/>
          <p:cNvSpPr txBox="1"/>
          <p:nvPr/>
        </p:nvSpPr>
        <p:spPr>
          <a:xfrm>
            <a:off x="444575" y="3767150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{{BULLET_4}}</a:t>
            </a:r>
            <a:endParaRPr/>
          </a:p>
        </p:txBody>
      </p:sp>
      <p:sp>
        <p:nvSpPr>
          <p:cNvPr id="77" name="Google Shape;77;p16"/>
          <p:cNvSpPr txBox="1"/>
          <p:nvPr/>
        </p:nvSpPr>
        <p:spPr>
          <a:xfrm>
            <a:off x="3532175" y="3767150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{{BULLET_5}}</a:t>
            </a:r>
            <a:endParaRPr/>
          </a:p>
        </p:txBody>
      </p:sp>
      <p:sp>
        <p:nvSpPr>
          <p:cNvPr id="78" name="Google Shape;78;p16"/>
          <p:cNvSpPr txBox="1"/>
          <p:nvPr/>
        </p:nvSpPr>
        <p:spPr>
          <a:xfrm>
            <a:off x="6619775" y="3800825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{{BULLET_6}}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4" name="Google Shape;84;p17"/>
          <p:cNvPicPr preferRelativeResize="0"/>
          <p:nvPr/>
        </p:nvPicPr>
        <p:blipFill rotWithShape="1">
          <a:blip r:embed="rId3">
            <a:alphaModFix/>
          </a:blip>
          <a:srcRect b="551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/>
          <p:nvPr/>
        </p:nvSpPr>
        <p:spPr>
          <a:xfrm rot="-8823">
            <a:off x="30961" y="402752"/>
            <a:ext cx="9117330" cy="948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{{TITLE_BULLETS_4}}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/>
          <p:nvPr/>
        </p:nvSpPr>
        <p:spPr>
          <a:xfrm>
            <a:off x="1057275" y="1871663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1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/>
          <p:nvPr/>
        </p:nvSpPr>
        <p:spPr>
          <a:xfrm>
            <a:off x="5934075" y="1871663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2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1071563" y="366712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3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5934075" y="366712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4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937325" y="2029088"/>
            <a:ext cx="2286900" cy="9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{{BULLET_1}}</a:t>
            </a:r>
            <a:endParaRPr/>
          </a:p>
        </p:txBody>
      </p:sp>
      <p:sp>
        <p:nvSpPr>
          <p:cNvPr id="91" name="Google Shape;91;p17"/>
          <p:cNvSpPr txBox="1"/>
          <p:nvPr/>
        </p:nvSpPr>
        <p:spPr>
          <a:xfrm>
            <a:off x="5809550" y="2066400"/>
            <a:ext cx="2765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{{BULLET_2}}</a:t>
            </a:r>
            <a:endParaRPr/>
          </a:p>
        </p:txBody>
      </p:sp>
      <p:sp>
        <p:nvSpPr>
          <p:cNvPr id="92" name="Google Shape;92;p17"/>
          <p:cNvSpPr txBox="1"/>
          <p:nvPr/>
        </p:nvSpPr>
        <p:spPr>
          <a:xfrm>
            <a:off x="5809550" y="3876675"/>
            <a:ext cx="27036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{{BULLET_4}}</a:t>
            </a:r>
            <a:endParaRPr/>
          </a:p>
        </p:txBody>
      </p:sp>
      <p:sp>
        <p:nvSpPr>
          <p:cNvPr id="93" name="Google Shape;93;p17"/>
          <p:cNvSpPr txBox="1"/>
          <p:nvPr/>
        </p:nvSpPr>
        <p:spPr>
          <a:xfrm>
            <a:off x="972050" y="3821375"/>
            <a:ext cx="23898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{{BULLET_3}}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9" name="Google Shape;99;p18"/>
          <p:cNvPicPr preferRelativeResize="0"/>
          <p:nvPr/>
        </p:nvPicPr>
        <p:blipFill rotWithShape="1">
          <a:blip r:embed="rId3">
            <a:alphaModFix/>
          </a:blip>
          <a:srcRect b="644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8"/>
          <p:cNvSpPr/>
          <p:nvPr/>
        </p:nvSpPr>
        <p:spPr>
          <a:xfrm>
            <a:off x="409575" y="1824209"/>
            <a:ext cx="4029000" cy="277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52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nonymous Pro"/>
              <a:buNone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{{LEFT_ITEMS}}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8"/>
          <p:cNvSpPr/>
          <p:nvPr/>
        </p:nvSpPr>
        <p:spPr>
          <a:xfrm>
            <a:off x="409575" y="1162050"/>
            <a:ext cx="3605213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9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PT Sans"/>
              <a:buNone/>
            </a:pPr>
            <a:r>
              <a:rPr lang="ru" sz="2031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{{LEFT_TITLE}}</a:t>
            </a:r>
            <a:endParaRPr sz="203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4962525" y="1924050"/>
            <a:ext cx="3848100" cy="26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52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nonymous Pro"/>
              <a:buNone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{{RIGHT_ITEMS}}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5205413" y="1162050"/>
            <a:ext cx="3605213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9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PT Sans"/>
              <a:buNone/>
            </a:pPr>
            <a:r>
              <a:rPr lang="ru" sz="2031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{{RIGHT_TITLE}}</a:t>
            </a:r>
            <a:endParaRPr sz="203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2138363" y="238125"/>
            <a:ext cx="4867275" cy="695325"/>
          </a:xfrm>
          <a:prstGeom prst="roundRect">
            <a:avLst>
              <a:gd fmla="val 23404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ru" sz="2750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{{TITLE_COMPARE}}</a:t>
            </a:r>
            <a:endParaRPr sz="2750">
              <a:solidFill>
                <a:schemeClr val="dk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0" name="Google Shape;11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00188" y="866775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1" name="Google Shape;111;p19"/>
          <p:cNvPicPr preferRelativeResize="0"/>
          <p:nvPr/>
        </p:nvPicPr>
        <p:blipFill rotWithShape="1">
          <a:blip r:embed="rId4">
            <a:alphaModFix/>
          </a:blip>
          <a:srcRect b="0" l="0" r="673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9"/>
          <p:cNvSpPr/>
          <p:nvPr/>
        </p:nvSpPr>
        <p:spPr>
          <a:xfrm>
            <a:off x="333375" y="238125"/>
            <a:ext cx="384810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9"/>
          <p:cNvSpPr/>
          <p:nvPr/>
        </p:nvSpPr>
        <p:spPr>
          <a:xfrm>
            <a:off x="333375" y="1224184"/>
            <a:ext cx="3848100" cy="35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52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nonymous Pro"/>
              <a:buNone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{{ITEMS}}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9"/>
          <p:cNvSpPr/>
          <p:nvPr/>
        </p:nvSpPr>
        <p:spPr>
          <a:xfrm>
            <a:off x="333375" y="238125"/>
            <a:ext cx="3848100" cy="695400"/>
          </a:xfrm>
          <a:prstGeom prst="roundRect">
            <a:avLst>
              <a:gd fmla="val 2278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sz="2750">
              <a:solidFill>
                <a:schemeClr val="dk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15" name="Google Shape;115;p19"/>
          <p:cNvSpPr txBox="1"/>
          <p:nvPr/>
        </p:nvSpPr>
        <p:spPr>
          <a:xfrm>
            <a:off x="333375" y="281775"/>
            <a:ext cx="38481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75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{{TITLE_LEFT_TEXT}}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1" name="Google Shape;12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3923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0"/>
          <p:cNvSpPr/>
          <p:nvPr/>
        </p:nvSpPr>
        <p:spPr>
          <a:xfrm>
            <a:off x="4962400" y="238125"/>
            <a:ext cx="3848100" cy="695400"/>
          </a:xfrm>
          <a:prstGeom prst="roundRect">
            <a:avLst>
              <a:gd fmla="val 2278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sz="2750">
              <a:solidFill>
                <a:schemeClr val="dk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3" name="Google Shape;123;p20"/>
          <p:cNvSpPr/>
          <p:nvPr/>
        </p:nvSpPr>
        <p:spPr>
          <a:xfrm>
            <a:off x="4886325" y="1200150"/>
            <a:ext cx="3848100" cy="348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52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nonymous Pro"/>
              <a:buNone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{{ITEMS}}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5031250" y="281775"/>
            <a:ext cx="37104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ru" sz="275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{{TITLE_RIGHT_TEXT}}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0" name="Google Shape;130;p21"/>
          <p:cNvPicPr preferRelativeResize="0"/>
          <p:nvPr/>
        </p:nvPicPr>
        <p:blipFill rotWithShape="1">
          <a:blip r:embed="rId3">
            <a:alphaModFix/>
          </a:blip>
          <a:srcRect b="0" l="0" r="621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1"/>
          <p:cNvSpPr/>
          <p:nvPr/>
        </p:nvSpPr>
        <p:spPr>
          <a:xfrm rot="-8793">
            <a:off x="-7740" y="761713"/>
            <a:ext cx="9148230" cy="4143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{{TITLE_THREE_COLUMNS}}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1"/>
          <p:cNvSpPr/>
          <p:nvPr/>
        </p:nvSpPr>
        <p:spPr>
          <a:xfrm>
            <a:off x="428625" y="3005138"/>
            <a:ext cx="2152650" cy="147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9"/>
              <a:buFont typeface="Anonymous Pro"/>
              <a:buNone/>
            </a:pPr>
            <a:r>
              <a:rPr lang="ru" sz="1069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{{ITEM_COLUMN_1}}</a:t>
            </a:r>
            <a:endParaRPr sz="10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1"/>
          <p:cNvSpPr/>
          <p:nvPr/>
        </p:nvSpPr>
        <p:spPr>
          <a:xfrm>
            <a:off x="3495675" y="2643188"/>
            <a:ext cx="2152650" cy="752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/>
          <p:nvPr/>
        </p:nvSpPr>
        <p:spPr>
          <a:xfrm>
            <a:off x="3495675" y="3005138"/>
            <a:ext cx="2152650" cy="147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9"/>
              <a:buFont typeface="Anonymous Pro"/>
              <a:buNone/>
            </a:pPr>
            <a:r>
              <a:rPr lang="ru" sz="1069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{{ITEM_COLUMN_2}}</a:t>
            </a:r>
            <a:endParaRPr sz="10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/>
          <p:cNvSpPr/>
          <p:nvPr/>
        </p:nvSpPr>
        <p:spPr>
          <a:xfrm>
            <a:off x="6562725" y="3005138"/>
            <a:ext cx="2152650" cy="147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9"/>
              <a:buFont typeface="Anonymous Pro"/>
              <a:buNone/>
            </a:pPr>
            <a:r>
              <a:rPr lang="ru" sz="1069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{{ITEM_COLUMN_3}}</a:t>
            </a:r>
            <a:endParaRPr sz="10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343550" y="2554175"/>
            <a:ext cx="2152500" cy="3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{{SUBTITLE_COLUMN_1}} </a:t>
            </a:r>
            <a:endParaRPr/>
          </a:p>
        </p:txBody>
      </p:sp>
      <p:sp>
        <p:nvSpPr>
          <p:cNvPr id="137" name="Google Shape;137;p21"/>
          <p:cNvSpPr txBox="1"/>
          <p:nvPr/>
        </p:nvSpPr>
        <p:spPr>
          <a:xfrm>
            <a:off x="3414413" y="2554175"/>
            <a:ext cx="2152500" cy="3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{{SUBTITLE_COLUMN_2}} </a:t>
            </a:r>
            <a:endParaRPr/>
          </a:p>
        </p:txBody>
      </p:sp>
      <p:sp>
        <p:nvSpPr>
          <p:cNvPr id="138" name="Google Shape;138;p21"/>
          <p:cNvSpPr txBox="1"/>
          <p:nvPr/>
        </p:nvSpPr>
        <p:spPr>
          <a:xfrm>
            <a:off x="6485300" y="2554175"/>
            <a:ext cx="2152500" cy="3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{{SUBTITLE_COLUMN_3}} 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/>
          <p:nvPr/>
        </p:nvSpPr>
        <p:spPr>
          <a:xfrm>
            <a:off x="4110038" y="1090613"/>
            <a:ext cx="1888089" cy="21438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2"/>
          <p:cNvSpPr/>
          <p:nvPr/>
        </p:nvSpPr>
        <p:spPr>
          <a:xfrm>
            <a:off x="5557838" y="3471863"/>
            <a:ext cx="1888089" cy="21438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6" name="Google Shape;146;p22"/>
          <p:cNvCxnSpPr/>
          <p:nvPr/>
        </p:nvCxnSpPr>
        <p:spPr>
          <a:xfrm rot="5400000">
            <a:off x="400050" y="1905000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" name="Google Shape;147;p22"/>
          <p:cNvCxnSpPr/>
          <p:nvPr/>
        </p:nvCxnSpPr>
        <p:spPr>
          <a:xfrm rot="5400000">
            <a:off x="3124200" y="1905000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" name="Google Shape;148;p22"/>
          <p:cNvSpPr/>
          <p:nvPr/>
        </p:nvSpPr>
        <p:spPr>
          <a:xfrm>
            <a:off x="6810375" y="1090613"/>
            <a:ext cx="1888089" cy="21438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9" name="Google Shape;149;p22"/>
          <p:cNvCxnSpPr/>
          <p:nvPr/>
        </p:nvCxnSpPr>
        <p:spPr>
          <a:xfrm rot="5400000">
            <a:off x="5824538" y="1905000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2"/>
          <p:cNvCxnSpPr/>
          <p:nvPr/>
        </p:nvCxnSpPr>
        <p:spPr>
          <a:xfrm rot="5400000">
            <a:off x="1700213" y="3533775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2"/>
          <p:cNvCxnSpPr/>
          <p:nvPr/>
        </p:nvCxnSpPr>
        <p:spPr>
          <a:xfrm rot="5400000">
            <a:off x="4572000" y="3533775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2"/>
          <p:cNvCxnSpPr/>
          <p:nvPr/>
        </p:nvCxnSpPr>
        <p:spPr>
          <a:xfrm>
            <a:off x="361950" y="2719388"/>
            <a:ext cx="8420100" cy="0"/>
          </a:xfrm>
          <a:prstGeom prst="straightConnector1">
            <a:avLst/>
          </a:prstGeom>
          <a:noFill/>
          <a:ln cap="flat" cmpd="sng" w="361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2"/>
          <p:cNvSpPr/>
          <p:nvPr/>
        </p:nvSpPr>
        <p:spPr>
          <a:xfrm>
            <a:off x="333375" y="238125"/>
            <a:ext cx="847725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{{TITLE_TIMELINE}}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2"/>
          <p:cNvSpPr txBox="1"/>
          <p:nvPr/>
        </p:nvSpPr>
        <p:spPr>
          <a:xfrm>
            <a:off x="1804900" y="1962825"/>
            <a:ext cx="446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2"/>
          <p:cNvSpPr txBox="1"/>
          <p:nvPr/>
        </p:nvSpPr>
        <p:spPr>
          <a:xfrm>
            <a:off x="1214450" y="1113850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{{POINT_1}}</a:t>
            </a:r>
            <a:endParaRPr/>
          </a:p>
        </p:txBody>
      </p:sp>
      <p:sp>
        <p:nvSpPr>
          <p:cNvPr id="156" name="Google Shape;156;p22"/>
          <p:cNvSpPr txBox="1"/>
          <p:nvPr/>
        </p:nvSpPr>
        <p:spPr>
          <a:xfrm>
            <a:off x="4012150" y="1113850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{{POINT_3}}</a:t>
            </a:r>
            <a:endParaRPr/>
          </a:p>
        </p:txBody>
      </p:sp>
      <p:sp>
        <p:nvSpPr>
          <p:cNvPr id="157" name="Google Shape;157;p22"/>
          <p:cNvSpPr txBox="1"/>
          <p:nvPr/>
        </p:nvSpPr>
        <p:spPr>
          <a:xfrm>
            <a:off x="6662750" y="1113850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{{POINT_5}}</a:t>
            </a:r>
            <a:endParaRPr/>
          </a:p>
        </p:txBody>
      </p:sp>
      <p:sp>
        <p:nvSpPr>
          <p:cNvPr id="158" name="Google Shape;158;p22"/>
          <p:cNvSpPr txBox="1"/>
          <p:nvPr/>
        </p:nvSpPr>
        <p:spPr>
          <a:xfrm>
            <a:off x="2514600" y="2943225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{{POINT_2}}</a:t>
            </a:r>
            <a:endParaRPr/>
          </a:p>
        </p:txBody>
      </p:sp>
      <p:sp>
        <p:nvSpPr>
          <p:cNvPr id="159" name="Google Shape;159;p22"/>
          <p:cNvSpPr txBox="1"/>
          <p:nvPr/>
        </p:nvSpPr>
        <p:spPr>
          <a:xfrm>
            <a:off x="5386388" y="2943213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{{POINT_4}}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E17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5" name="Google Shape;1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9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3"/>
          <p:cNvSpPr txBox="1"/>
          <p:nvPr/>
        </p:nvSpPr>
        <p:spPr>
          <a:xfrm rot="-921473">
            <a:off x="1155038" y="1092671"/>
            <a:ext cx="4444823" cy="263296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10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26"/>
              <a:buFont typeface="PT Sans"/>
              <a:buNone/>
            </a:pPr>
            <a:r>
              <a:rPr lang="ru" sz="4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{{TITLE_CLOSE}}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3"/>
          <p:cNvSpPr txBox="1"/>
          <p:nvPr/>
        </p:nvSpPr>
        <p:spPr>
          <a:xfrm rot="-834878">
            <a:off x="2347601" y="3658372"/>
            <a:ext cx="4010796" cy="875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1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89"/>
              <a:buFont typeface="PT Sans"/>
              <a:buNone/>
            </a:pPr>
            <a:r>
              <a:rPr lang="ru" sz="3000">
                <a:latin typeface="PT Sans"/>
                <a:ea typeface="PT Sans"/>
                <a:cs typeface="PT Sans"/>
                <a:sym typeface="PT Sans"/>
              </a:rPr>
              <a:t>{{SUBTITLE}}</a:t>
            </a:r>
            <a:endParaRPr sz="3000"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