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embeddedFontLst>
    <p:embeddedFont>
      <p:font typeface="Nunit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Nunito-regular.fntdata"/><Relationship Id="rId14" Type="http://schemas.openxmlformats.org/officeDocument/2006/relationships/slide" Target="slides/slide9.xml"/><Relationship Id="rId17" Type="http://schemas.openxmlformats.org/officeDocument/2006/relationships/font" Target="fonts/Nunito-italic.fntdata"/><Relationship Id="rId16" Type="http://schemas.openxmlformats.org/officeDocument/2006/relationships/font" Target="fonts/Nunit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Nuni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cbdce4d64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cbdce4d64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bdce4d647_0_2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bdce4d647_0_2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ce4d647_0_2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ce4d647_0_2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cbdce4d64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cbdce4d64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1ce9b845277efdee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1ce9b845277efdee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cbdce4d647_0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cbdce4d647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cbdce4d647_0_3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cbdce4d647_0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cbdce4d647_0_2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cbdce4d647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</a:t>
            </a:r>
            <a:r>
              <a:rPr lang="ru"/>
              <a:t>TITLE_TITLE</a:t>
            </a:r>
            <a:r>
              <a:rPr lang="ru"/>
              <a:t>}}</a:t>
            </a:r>
            <a:endParaRPr/>
          </a:p>
        </p:txBody>
      </p:sp>
      <p:sp>
        <p:nvSpPr>
          <p:cNvPr id="129" name="Google Shape;129;p13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lang="ru" sz="3709">
                <a:solidFill>
                  <a:schemeClr val="dk1"/>
                </a:solidFill>
              </a:rPr>
              <a:t>{{SUBTITLE}}</a:t>
            </a:r>
            <a:endParaRPr sz="149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311700" y="473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{{TITLE_BULLETS_6}}</a:t>
            </a:r>
            <a:endParaRPr/>
          </a:p>
        </p:txBody>
      </p:sp>
      <p:sp>
        <p:nvSpPr>
          <p:cNvPr id="135" name="Google Shape;135;p14"/>
          <p:cNvSpPr txBox="1"/>
          <p:nvPr>
            <p:ph idx="1" type="body"/>
          </p:nvPr>
        </p:nvSpPr>
        <p:spPr>
          <a:xfrm>
            <a:off x="311700" y="1446825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{{BULLET_1}}</a:t>
            </a:r>
            <a:endParaRPr/>
          </a:p>
        </p:txBody>
      </p:sp>
      <p:sp>
        <p:nvSpPr>
          <p:cNvPr id="136" name="Google Shape;136;p14"/>
          <p:cNvSpPr txBox="1"/>
          <p:nvPr>
            <p:ph idx="1" type="body"/>
          </p:nvPr>
        </p:nvSpPr>
        <p:spPr>
          <a:xfrm>
            <a:off x="311700" y="2625613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{{BULLET_2}}</a:t>
            </a:r>
            <a:endParaRPr/>
          </a:p>
        </p:txBody>
      </p:sp>
      <p:sp>
        <p:nvSpPr>
          <p:cNvPr id="137" name="Google Shape;137;p14"/>
          <p:cNvSpPr txBox="1"/>
          <p:nvPr>
            <p:ph idx="1" type="body"/>
          </p:nvPr>
        </p:nvSpPr>
        <p:spPr>
          <a:xfrm>
            <a:off x="311700" y="3804400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{{BULLET_3}}</a:t>
            </a:r>
            <a:endParaRPr/>
          </a:p>
        </p:txBody>
      </p:sp>
      <p:sp>
        <p:nvSpPr>
          <p:cNvPr id="138" name="Google Shape;138;p14"/>
          <p:cNvSpPr txBox="1"/>
          <p:nvPr>
            <p:ph idx="1" type="body"/>
          </p:nvPr>
        </p:nvSpPr>
        <p:spPr>
          <a:xfrm>
            <a:off x="4709050" y="1446838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{{BULLET_4}}</a:t>
            </a:r>
            <a:endParaRPr/>
          </a:p>
        </p:txBody>
      </p:sp>
      <p:sp>
        <p:nvSpPr>
          <p:cNvPr id="139" name="Google Shape;139;p14"/>
          <p:cNvSpPr txBox="1"/>
          <p:nvPr>
            <p:ph idx="1" type="body"/>
          </p:nvPr>
        </p:nvSpPr>
        <p:spPr>
          <a:xfrm>
            <a:off x="4709050" y="2625625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{{BULLET_5}}</a:t>
            </a:r>
            <a:endParaRPr/>
          </a:p>
        </p:txBody>
      </p:sp>
      <p:sp>
        <p:nvSpPr>
          <p:cNvPr id="140" name="Google Shape;140;p14"/>
          <p:cNvSpPr txBox="1"/>
          <p:nvPr>
            <p:ph idx="1" type="body"/>
          </p:nvPr>
        </p:nvSpPr>
        <p:spPr>
          <a:xfrm>
            <a:off x="4709050" y="3804413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{{BULLET_6}}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5"/>
          <p:cNvSpPr txBox="1"/>
          <p:nvPr>
            <p:ph type="title"/>
          </p:nvPr>
        </p:nvSpPr>
        <p:spPr>
          <a:xfrm>
            <a:off x="311700" y="492225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{{TITLE_BULLETS_4}}</a:t>
            </a:r>
            <a:endParaRPr/>
          </a:p>
        </p:txBody>
      </p:sp>
      <p:sp>
        <p:nvSpPr>
          <p:cNvPr id="146" name="Google Shape;146;p15"/>
          <p:cNvSpPr txBox="1"/>
          <p:nvPr>
            <p:ph idx="1" type="body"/>
          </p:nvPr>
        </p:nvSpPr>
        <p:spPr>
          <a:xfrm>
            <a:off x="311700" y="1446825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{{BULLET_1}}</a:t>
            </a:r>
            <a:endParaRPr/>
          </a:p>
        </p:txBody>
      </p:sp>
      <p:sp>
        <p:nvSpPr>
          <p:cNvPr id="147" name="Google Shape;147;p15"/>
          <p:cNvSpPr txBox="1"/>
          <p:nvPr>
            <p:ph idx="1" type="body"/>
          </p:nvPr>
        </p:nvSpPr>
        <p:spPr>
          <a:xfrm>
            <a:off x="311700" y="2625613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{{BULLET_2}}</a:t>
            </a:r>
            <a:endParaRPr/>
          </a:p>
        </p:txBody>
      </p:sp>
      <p:sp>
        <p:nvSpPr>
          <p:cNvPr id="148" name="Google Shape;148;p15"/>
          <p:cNvSpPr txBox="1"/>
          <p:nvPr>
            <p:ph idx="1" type="body"/>
          </p:nvPr>
        </p:nvSpPr>
        <p:spPr>
          <a:xfrm>
            <a:off x="4701300" y="1446825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{{BULLET_3}}</a:t>
            </a:r>
            <a:endParaRPr/>
          </a:p>
        </p:txBody>
      </p:sp>
      <p:sp>
        <p:nvSpPr>
          <p:cNvPr id="149" name="Google Shape;149;p15"/>
          <p:cNvSpPr txBox="1"/>
          <p:nvPr>
            <p:ph idx="1" type="body"/>
          </p:nvPr>
        </p:nvSpPr>
        <p:spPr>
          <a:xfrm>
            <a:off x="4701300" y="2625613"/>
            <a:ext cx="4088100" cy="5082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{{BULLET_4}}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/>
          <p:nvPr>
            <p:ph type="title"/>
          </p:nvPr>
        </p:nvSpPr>
        <p:spPr>
          <a:xfrm>
            <a:off x="776375" y="43925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2"/>
                </a:solidFill>
              </a:rPr>
              <a:t>{{TITLE_COMPARE}}</a:t>
            </a:r>
            <a:endParaRPr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55" name="Google Shape;155;p16"/>
          <p:cNvSpPr txBox="1"/>
          <p:nvPr>
            <p:ph idx="1" type="body"/>
          </p:nvPr>
        </p:nvSpPr>
        <p:spPr>
          <a:xfrm>
            <a:off x="354775" y="1859600"/>
            <a:ext cx="40338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{{LEFT_ITEMS}}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418950" y="1250575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{{LEFT_TITLE}}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57" name="Google Shape;157;p16"/>
          <p:cNvSpPr txBox="1"/>
          <p:nvPr>
            <p:ph idx="1" type="body"/>
          </p:nvPr>
        </p:nvSpPr>
        <p:spPr>
          <a:xfrm>
            <a:off x="4572000" y="1859600"/>
            <a:ext cx="42045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>
                <a:solidFill>
                  <a:srgbClr val="000000"/>
                </a:solidFill>
              </a:rPr>
              <a:t>{{RIGHT_ITEMS}}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58" name="Google Shape;158;p16"/>
          <p:cNvSpPr txBox="1"/>
          <p:nvPr/>
        </p:nvSpPr>
        <p:spPr>
          <a:xfrm>
            <a:off x="4572000" y="1323400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{{RIGHT_TITLE}}</a:t>
            </a:r>
            <a:endParaRPr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7"/>
          <p:cNvSpPr txBox="1"/>
          <p:nvPr>
            <p:ph type="title"/>
          </p:nvPr>
        </p:nvSpPr>
        <p:spPr>
          <a:xfrm>
            <a:off x="262125" y="260325"/>
            <a:ext cx="6425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u"/>
              <a:t>{{TITLE_LEFT_TEXT}}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lang="ru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7"/>
          <p:cNvSpPr txBox="1"/>
          <p:nvPr>
            <p:ph idx="1" type="body"/>
          </p:nvPr>
        </p:nvSpPr>
        <p:spPr>
          <a:xfrm>
            <a:off x="311700" y="957975"/>
            <a:ext cx="4312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{{ITEMS}}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 txBox="1"/>
          <p:nvPr>
            <p:ph type="title"/>
          </p:nvPr>
        </p:nvSpPr>
        <p:spPr>
          <a:xfrm>
            <a:off x="2187725" y="274250"/>
            <a:ext cx="6425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{{TITLE_RIGHT_TEXT}}</a:t>
            </a:r>
            <a:endParaRPr/>
          </a:p>
        </p:txBody>
      </p:sp>
      <p:sp>
        <p:nvSpPr>
          <p:cNvPr id="170" name="Google Shape;170;p18"/>
          <p:cNvSpPr txBox="1"/>
          <p:nvPr>
            <p:ph idx="1" type="body"/>
          </p:nvPr>
        </p:nvSpPr>
        <p:spPr>
          <a:xfrm>
            <a:off x="5287525" y="1031725"/>
            <a:ext cx="3385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{{ITEMS}}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9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{{TITLE_THREE_COLUMNS}}</a:t>
            </a:r>
            <a:r>
              <a:rPr lang="ru"/>
              <a:t> </a:t>
            </a:r>
            <a:endParaRPr/>
          </a:p>
        </p:txBody>
      </p:sp>
      <p:sp>
        <p:nvSpPr>
          <p:cNvPr id="176" name="Google Shape;176;p19"/>
          <p:cNvSpPr txBox="1"/>
          <p:nvPr>
            <p:ph idx="1" type="body"/>
          </p:nvPr>
        </p:nvSpPr>
        <p:spPr>
          <a:xfrm>
            <a:off x="311700" y="1446825"/>
            <a:ext cx="2525100" cy="33201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/>
              <a:t>{{SUBTITLE_COLUMN_1}}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9"/>
          <p:cNvSpPr txBox="1"/>
          <p:nvPr>
            <p:ph idx="1" type="body"/>
          </p:nvPr>
        </p:nvSpPr>
        <p:spPr>
          <a:xfrm>
            <a:off x="3054100" y="1446825"/>
            <a:ext cx="2711100" cy="33201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/>
              <a:t>{{SUBTITLE_COLUMN_2}}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9"/>
          <p:cNvSpPr txBox="1"/>
          <p:nvPr>
            <p:ph idx="1" type="body"/>
          </p:nvPr>
        </p:nvSpPr>
        <p:spPr>
          <a:xfrm>
            <a:off x="5982400" y="1446825"/>
            <a:ext cx="2711100" cy="3320100"/>
          </a:xfrm>
          <a:prstGeom prst="rect">
            <a:avLst/>
          </a:prstGeom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/>
              <a:t>{{SUBTITLE_COLUMN_3}}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"/>
              <a:t> 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418925" y="2156250"/>
            <a:ext cx="300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ru" sz="1500">
                <a:solidFill>
                  <a:schemeClr val="dk2"/>
                </a:solidFill>
              </a:rPr>
              <a:t>{{ITEM_COLUMN_1}} 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3215125" y="2114150"/>
            <a:ext cx="2096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ru" sz="1500">
                <a:solidFill>
                  <a:schemeClr val="dk2"/>
                </a:solidFill>
              </a:rPr>
              <a:t>{{ITEM_COLUMN_2}} 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6184200" y="2072050"/>
            <a:ext cx="2096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ru" sz="1500">
                <a:solidFill>
                  <a:schemeClr val="dk2"/>
                </a:solidFill>
              </a:rPr>
              <a:t>{{ITEM_COLUMN_3}} 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0"/>
          <p:cNvSpPr txBox="1"/>
          <p:nvPr>
            <p:ph type="title"/>
          </p:nvPr>
        </p:nvSpPr>
        <p:spPr>
          <a:xfrm>
            <a:off x="246875" y="171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{{TITLE_TIMELINE}} </a:t>
            </a:r>
            <a:endParaRPr/>
          </a:p>
        </p:txBody>
      </p:sp>
      <p:cxnSp>
        <p:nvCxnSpPr>
          <p:cNvPr id="187" name="Google Shape;187;p20"/>
          <p:cNvCxnSpPr/>
          <p:nvPr/>
        </p:nvCxnSpPr>
        <p:spPr>
          <a:xfrm>
            <a:off x="302125" y="2783925"/>
            <a:ext cx="8497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8" name="Google Shape;188;p20"/>
          <p:cNvCxnSpPr/>
          <p:nvPr/>
        </p:nvCxnSpPr>
        <p:spPr>
          <a:xfrm>
            <a:off x="1123225" y="2776175"/>
            <a:ext cx="0" cy="1433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9" name="Google Shape;189;p20"/>
          <p:cNvCxnSpPr/>
          <p:nvPr/>
        </p:nvCxnSpPr>
        <p:spPr>
          <a:xfrm rot="10800000">
            <a:off x="2990050" y="1312025"/>
            <a:ext cx="0" cy="1487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0" name="Google Shape;190;p20"/>
          <p:cNvCxnSpPr/>
          <p:nvPr/>
        </p:nvCxnSpPr>
        <p:spPr>
          <a:xfrm>
            <a:off x="4732975" y="2799425"/>
            <a:ext cx="0" cy="141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1" name="Google Shape;191;p20"/>
          <p:cNvCxnSpPr/>
          <p:nvPr/>
        </p:nvCxnSpPr>
        <p:spPr>
          <a:xfrm rot="10800000">
            <a:off x="6553325" y="1312075"/>
            <a:ext cx="0" cy="147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2" name="Google Shape;192;p20"/>
          <p:cNvCxnSpPr/>
          <p:nvPr/>
        </p:nvCxnSpPr>
        <p:spPr>
          <a:xfrm>
            <a:off x="7947650" y="2760725"/>
            <a:ext cx="0" cy="1494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3" name="Google Shape;193;p20"/>
          <p:cNvSpPr txBox="1"/>
          <p:nvPr/>
        </p:nvSpPr>
        <p:spPr>
          <a:xfrm>
            <a:off x="556850" y="434145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{{POINT_1}}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2128400" y="79715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{{POINT_2}}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3915500" y="437970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{{POINT_3}}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6" name="Google Shape;196;p20"/>
          <p:cNvSpPr txBox="1"/>
          <p:nvPr/>
        </p:nvSpPr>
        <p:spPr>
          <a:xfrm>
            <a:off x="5609500" y="797175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{{POINT_4}}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7" name="Google Shape;197;p20"/>
          <p:cNvSpPr txBox="1"/>
          <p:nvPr/>
        </p:nvSpPr>
        <p:spPr>
          <a:xfrm>
            <a:off x="7054100" y="437970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{{POINT_5}}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1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{{TITLE_CLOSE}} </a:t>
            </a:r>
            <a:endParaRPr/>
          </a:p>
        </p:txBody>
      </p:sp>
      <p:sp>
        <p:nvSpPr>
          <p:cNvPr id="203" name="Google Shape;203;p21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709">
                <a:solidFill>
                  <a:schemeClr val="dk1"/>
                </a:solidFill>
              </a:rPr>
              <a:t>{{SUBTITLE}}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