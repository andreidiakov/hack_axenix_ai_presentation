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Roboto Slab"/>
      <p:regular r:id="rId15"/>
      <p:bold r:id="rId16"/>
    </p:embeddedFont>
    <p:embeddedFont>
      <p:font typeface="Robot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1" roundtripDataSignature="AMtx7mg+FnV3rQR2Qn94F8Gf8qbTDNdec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Slab-regular.fntdata"/><Relationship Id="rId14" Type="http://schemas.openxmlformats.org/officeDocument/2006/relationships/slide" Target="slides/slide9.xml"/><Relationship Id="rId17" Type="http://schemas.openxmlformats.org/officeDocument/2006/relationships/font" Target="fonts/Roboto-regular.fntdata"/><Relationship Id="rId16" Type="http://schemas.openxmlformats.org/officeDocument/2006/relationships/font" Target="fonts/RobotoSlab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italic.fntdata"/><Relationship Id="rId6" Type="http://schemas.openxmlformats.org/officeDocument/2006/relationships/slide" Target="slides/slide1.xml"/><Relationship Id="rId18" Type="http://schemas.openxmlformats.org/officeDocument/2006/relationships/font" Target="fonts/Robo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"/>
              <a:t>заголовок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"/>
              <a:t>заголовок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/>
          <p:nvPr/>
        </p:nvSpPr>
        <p:spPr>
          <a:xfrm>
            <a:off x="1524800" y="672606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11"/>
          <p:cNvSpPr/>
          <p:nvPr/>
        </p:nvSpPr>
        <p:spPr>
          <a:xfrm rot="10800000">
            <a:off x="6537563" y="33429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12" name="Google Shape;12;p11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11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4" name="Google Shape;14;p11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5" name="Google Shape;1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12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p12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1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" name="Google Shape;23;p13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4" name="Google Shape;24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1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p1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14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14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16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16"/>
          <p:cNvSpPr txBox="1"/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16"/>
          <p:cNvSpPr txBox="1"/>
          <p:nvPr>
            <p:ph idx="1" type="body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7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8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" name="Google Shape;44;p18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p18"/>
          <p:cNvSpPr txBox="1"/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6" name="Google Shape;46;p18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7" name="Google Shape;47;p18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9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51" name="Google Shape;51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0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20"/>
          <p:cNvSpPr txBox="1"/>
          <p:nvPr>
            <p:ph hasCustomPrompt="1" type="title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20"/>
          <p:cNvSpPr txBox="1"/>
          <p:nvPr>
            <p:ph idx="1" type="body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rina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"/>
          <p:cNvSpPr txBox="1"/>
          <p:nvPr>
            <p:ph type="ctrTitle"/>
          </p:nvPr>
        </p:nvSpPr>
        <p:spPr>
          <a:xfrm>
            <a:off x="1680300" y="784900"/>
            <a:ext cx="5783400" cy="1861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ru"/>
              <a:t>{{TITLE_TITLE}}</a:t>
            </a:r>
            <a:endParaRPr/>
          </a:p>
        </p:txBody>
      </p:sp>
      <p:sp>
        <p:nvSpPr>
          <p:cNvPr id="64" name="Google Shape;64;p1"/>
          <p:cNvSpPr txBox="1"/>
          <p:nvPr>
            <p:ph idx="1" type="subTitle"/>
          </p:nvPr>
        </p:nvSpPr>
        <p:spPr>
          <a:xfrm>
            <a:off x="1680300" y="3049450"/>
            <a:ext cx="5783400" cy="13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ru" sz="3709">
                <a:solidFill>
                  <a:schemeClr val="dk1"/>
                </a:solidFill>
              </a:rPr>
              <a:t>{{SUBTITLE}}</a:t>
            </a:r>
            <a:endParaRPr sz="149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"/>
          <p:cNvSpPr txBox="1"/>
          <p:nvPr>
            <p:ph type="title"/>
          </p:nvPr>
        </p:nvSpPr>
        <p:spPr>
          <a:xfrm>
            <a:off x="311700" y="4735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u"/>
              <a:t>{{TITLE_BULLETS_6}}</a:t>
            </a:r>
            <a:endParaRPr/>
          </a:p>
        </p:txBody>
      </p:sp>
      <p:sp>
        <p:nvSpPr>
          <p:cNvPr id="70" name="Google Shape;70;p2"/>
          <p:cNvSpPr txBox="1"/>
          <p:nvPr>
            <p:ph idx="1" type="body"/>
          </p:nvPr>
        </p:nvSpPr>
        <p:spPr>
          <a:xfrm>
            <a:off x="311700" y="1446825"/>
            <a:ext cx="40881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ru"/>
              <a:t>{{BULLET_1}}</a:t>
            </a:r>
            <a:endParaRPr/>
          </a:p>
        </p:txBody>
      </p:sp>
      <p:sp>
        <p:nvSpPr>
          <p:cNvPr id="71" name="Google Shape;71;p2"/>
          <p:cNvSpPr txBox="1"/>
          <p:nvPr>
            <p:ph idx="1" type="body"/>
          </p:nvPr>
        </p:nvSpPr>
        <p:spPr>
          <a:xfrm>
            <a:off x="311700" y="2625639"/>
            <a:ext cx="40881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ru"/>
              <a:t>{{BULLET_2}}</a:t>
            </a:r>
            <a:endParaRPr/>
          </a:p>
        </p:txBody>
      </p:sp>
      <p:sp>
        <p:nvSpPr>
          <p:cNvPr id="72" name="Google Shape;72;p2"/>
          <p:cNvSpPr txBox="1"/>
          <p:nvPr>
            <p:ph idx="1" type="body"/>
          </p:nvPr>
        </p:nvSpPr>
        <p:spPr>
          <a:xfrm>
            <a:off x="311700" y="3804400"/>
            <a:ext cx="40881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ru"/>
              <a:t>{{BULLET_3}}</a:t>
            </a:r>
            <a:endParaRPr/>
          </a:p>
        </p:txBody>
      </p:sp>
      <p:sp>
        <p:nvSpPr>
          <p:cNvPr id="73" name="Google Shape;73;p2"/>
          <p:cNvSpPr txBox="1"/>
          <p:nvPr>
            <p:ph idx="1" type="body"/>
          </p:nvPr>
        </p:nvSpPr>
        <p:spPr>
          <a:xfrm>
            <a:off x="4709050" y="1446865"/>
            <a:ext cx="40881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ru"/>
              <a:t>{{BULLET_4}}</a:t>
            </a:r>
            <a:endParaRPr/>
          </a:p>
        </p:txBody>
      </p:sp>
      <p:sp>
        <p:nvSpPr>
          <p:cNvPr id="74" name="Google Shape;74;p2"/>
          <p:cNvSpPr txBox="1"/>
          <p:nvPr>
            <p:ph idx="1" type="body"/>
          </p:nvPr>
        </p:nvSpPr>
        <p:spPr>
          <a:xfrm>
            <a:off x="4709050" y="2625625"/>
            <a:ext cx="40881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{{BULLET_5}}</a:t>
            </a:r>
            <a:endParaRPr/>
          </a:p>
        </p:txBody>
      </p:sp>
      <p:sp>
        <p:nvSpPr>
          <p:cNvPr id="75" name="Google Shape;75;p2"/>
          <p:cNvSpPr txBox="1"/>
          <p:nvPr>
            <p:ph idx="1" type="body"/>
          </p:nvPr>
        </p:nvSpPr>
        <p:spPr>
          <a:xfrm>
            <a:off x="4709050" y="3804439"/>
            <a:ext cx="40881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{{BULLET_6}}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"/>
          <p:cNvSpPr txBox="1"/>
          <p:nvPr>
            <p:ph type="title"/>
          </p:nvPr>
        </p:nvSpPr>
        <p:spPr>
          <a:xfrm>
            <a:off x="311700" y="395975"/>
            <a:ext cx="8598000" cy="645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ru" sz="2700"/>
              <a:t>{{TITLE_BULLETS_4}}</a:t>
            </a:r>
            <a:endParaRPr sz="2700"/>
          </a:p>
        </p:txBody>
      </p:sp>
      <p:sp>
        <p:nvSpPr>
          <p:cNvPr id="81" name="Google Shape;81;p3"/>
          <p:cNvSpPr txBox="1"/>
          <p:nvPr>
            <p:ph idx="1" type="body"/>
          </p:nvPr>
        </p:nvSpPr>
        <p:spPr>
          <a:xfrm>
            <a:off x="311700" y="1446825"/>
            <a:ext cx="4088100" cy="158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{{BULLET_1}}</a:t>
            </a:r>
            <a:endParaRPr/>
          </a:p>
        </p:txBody>
      </p:sp>
      <p:sp>
        <p:nvSpPr>
          <p:cNvPr id="82" name="Google Shape;82;p3"/>
          <p:cNvSpPr txBox="1"/>
          <p:nvPr>
            <p:ph idx="1" type="body"/>
          </p:nvPr>
        </p:nvSpPr>
        <p:spPr>
          <a:xfrm>
            <a:off x="311700" y="3030500"/>
            <a:ext cx="4088100" cy="17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{{BULLET_2}}</a:t>
            </a:r>
            <a:endParaRPr/>
          </a:p>
        </p:txBody>
      </p:sp>
      <p:sp>
        <p:nvSpPr>
          <p:cNvPr id="83" name="Google Shape;83;p3"/>
          <p:cNvSpPr txBox="1"/>
          <p:nvPr>
            <p:ph idx="1" type="body"/>
          </p:nvPr>
        </p:nvSpPr>
        <p:spPr>
          <a:xfrm>
            <a:off x="4701300" y="1446825"/>
            <a:ext cx="4088100" cy="158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{{BULLET_3}}</a:t>
            </a:r>
            <a:endParaRPr/>
          </a:p>
        </p:txBody>
      </p:sp>
      <p:sp>
        <p:nvSpPr>
          <p:cNvPr id="84" name="Google Shape;84;p3"/>
          <p:cNvSpPr txBox="1"/>
          <p:nvPr>
            <p:ph idx="1" type="body"/>
          </p:nvPr>
        </p:nvSpPr>
        <p:spPr>
          <a:xfrm>
            <a:off x="4701300" y="3030673"/>
            <a:ext cx="4088100" cy="17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{{BULLET_4}}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"/>
          <p:cNvSpPr/>
          <p:nvPr/>
        </p:nvSpPr>
        <p:spPr>
          <a:xfrm>
            <a:off x="0" y="998750"/>
            <a:ext cx="4493400" cy="4144800"/>
          </a:xfrm>
          <a:prstGeom prst="rect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" name="Google Shape;90;p4"/>
          <p:cNvSpPr txBox="1"/>
          <p:nvPr>
            <p:ph type="title"/>
          </p:nvPr>
        </p:nvSpPr>
        <p:spPr>
          <a:xfrm>
            <a:off x="290625" y="148650"/>
            <a:ext cx="8421600" cy="8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ru"/>
              <a:t>{{TITLE_COMPARE}}</a:t>
            </a:r>
            <a:endParaRPr/>
          </a:p>
        </p:txBody>
      </p:sp>
      <p:sp>
        <p:nvSpPr>
          <p:cNvPr id="91" name="Google Shape;91;p4"/>
          <p:cNvSpPr txBox="1"/>
          <p:nvPr>
            <p:ph idx="1" type="body"/>
          </p:nvPr>
        </p:nvSpPr>
        <p:spPr>
          <a:xfrm>
            <a:off x="205300" y="1859600"/>
            <a:ext cx="3881400" cy="30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ru"/>
              <a:t>{{LEFT_ITEMS}}</a:t>
            </a:r>
            <a:endParaRPr/>
          </a:p>
        </p:txBody>
      </p:sp>
      <p:sp>
        <p:nvSpPr>
          <p:cNvPr id="92" name="Google Shape;92;p4"/>
          <p:cNvSpPr txBox="1"/>
          <p:nvPr/>
        </p:nvSpPr>
        <p:spPr>
          <a:xfrm>
            <a:off x="205300" y="1250575"/>
            <a:ext cx="4020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{{LEFT_TITLE}}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4572000" y="998750"/>
            <a:ext cx="4572000" cy="4144800"/>
          </a:xfrm>
          <a:prstGeom prst="rect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" name="Google Shape;94;p4"/>
          <p:cNvSpPr txBox="1"/>
          <p:nvPr>
            <p:ph idx="1" type="body"/>
          </p:nvPr>
        </p:nvSpPr>
        <p:spPr>
          <a:xfrm>
            <a:off x="4921075" y="1859600"/>
            <a:ext cx="3935100" cy="30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ru"/>
              <a:t>{{RIGHT_ITEMS}}</a:t>
            </a:r>
            <a:endParaRPr/>
          </a:p>
        </p:txBody>
      </p:sp>
      <p:sp>
        <p:nvSpPr>
          <p:cNvPr id="95" name="Google Shape;95;p4"/>
          <p:cNvSpPr txBox="1"/>
          <p:nvPr/>
        </p:nvSpPr>
        <p:spPr>
          <a:xfrm>
            <a:off x="4921075" y="1250575"/>
            <a:ext cx="3635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{{RIGHT_TITLE}}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"/>
          <p:cNvSpPr txBox="1"/>
          <p:nvPr>
            <p:ph type="title"/>
          </p:nvPr>
        </p:nvSpPr>
        <p:spPr>
          <a:xfrm>
            <a:off x="262125" y="260325"/>
            <a:ext cx="6425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666"/>
              <a:buFont typeface="Arial"/>
              <a:buNone/>
            </a:pPr>
            <a:r>
              <a:rPr lang="ru"/>
              <a:t>{{TITLE_LEFT_TEXT}}</a:t>
            </a:r>
            <a:endParaRPr/>
          </a:p>
        </p:txBody>
      </p:sp>
      <p:sp>
        <p:nvSpPr>
          <p:cNvPr id="101" name="Google Shape;101;p5"/>
          <p:cNvSpPr txBox="1"/>
          <p:nvPr>
            <p:ph idx="1" type="body"/>
          </p:nvPr>
        </p:nvSpPr>
        <p:spPr>
          <a:xfrm>
            <a:off x="311700" y="1308875"/>
            <a:ext cx="4312800" cy="34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/>
              <a:t>{{ITEMS}}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"/>
          <p:cNvSpPr txBox="1"/>
          <p:nvPr>
            <p:ph type="title"/>
          </p:nvPr>
        </p:nvSpPr>
        <p:spPr>
          <a:xfrm>
            <a:off x="419175" y="274250"/>
            <a:ext cx="8194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u"/>
              <a:t>{{TITLE_RIGHT_TEXT}}</a:t>
            </a:r>
            <a:endParaRPr/>
          </a:p>
        </p:txBody>
      </p:sp>
      <p:sp>
        <p:nvSpPr>
          <p:cNvPr id="107" name="Google Shape;107;p6"/>
          <p:cNvSpPr txBox="1"/>
          <p:nvPr>
            <p:ph idx="1" type="body"/>
          </p:nvPr>
        </p:nvSpPr>
        <p:spPr>
          <a:xfrm>
            <a:off x="5287525" y="1031725"/>
            <a:ext cx="3385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/>
              <a:t>{{ITEMS}}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7"/>
          <p:cNvSpPr txBox="1"/>
          <p:nvPr>
            <p:ph type="title"/>
          </p:nvPr>
        </p:nvSpPr>
        <p:spPr>
          <a:xfrm>
            <a:off x="311700" y="516650"/>
            <a:ext cx="81813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u"/>
              <a:t>{{TITLE_THREE_COLUMNS}} </a:t>
            </a:r>
            <a:endParaRPr/>
          </a:p>
        </p:txBody>
      </p:sp>
      <p:sp>
        <p:nvSpPr>
          <p:cNvPr id="113" name="Google Shape;113;p7"/>
          <p:cNvSpPr txBox="1"/>
          <p:nvPr>
            <p:ph idx="1" type="body"/>
          </p:nvPr>
        </p:nvSpPr>
        <p:spPr>
          <a:xfrm>
            <a:off x="311700" y="1446825"/>
            <a:ext cx="2525100" cy="9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500"/>
              <a:t>{{SUBTITLE_COLUMN_1}}</a:t>
            </a:r>
            <a:endParaRPr/>
          </a:p>
        </p:txBody>
      </p:sp>
      <p:sp>
        <p:nvSpPr>
          <p:cNvPr id="114" name="Google Shape;114;p7"/>
          <p:cNvSpPr txBox="1"/>
          <p:nvPr>
            <p:ph idx="1" type="body"/>
          </p:nvPr>
        </p:nvSpPr>
        <p:spPr>
          <a:xfrm>
            <a:off x="3054100" y="1446825"/>
            <a:ext cx="2711100" cy="9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500"/>
              <a:t>{{SUBTITLE_COLUMN_2}}</a:t>
            </a:r>
            <a:endParaRPr/>
          </a:p>
        </p:txBody>
      </p:sp>
      <p:sp>
        <p:nvSpPr>
          <p:cNvPr id="115" name="Google Shape;115;p7"/>
          <p:cNvSpPr txBox="1"/>
          <p:nvPr>
            <p:ph idx="1" type="body"/>
          </p:nvPr>
        </p:nvSpPr>
        <p:spPr>
          <a:xfrm>
            <a:off x="5982400" y="1446825"/>
            <a:ext cx="2711100" cy="9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500"/>
              <a:t>{{SUBTITLE_COLUMN_3}}</a:t>
            </a:r>
            <a:endParaRPr/>
          </a:p>
        </p:txBody>
      </p:sp>
      <p:sp>
        <p:nvSpPr>
          <p:cNvPr id="116" name="Google Shape;116;p7"/>
          <p:cNvSpPr txBox="1"/>
          <p:nvPr/>
        </p:nvSpPr>
        <p:spPr>
          <a:xfrm>
            <a:off x="311700" y="2487550"/>
            <a:ext cx="2525100" cy="23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i="0" lang="ru" sz="15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{{ITEM_COLUMN_1}} </a:t>
            </a:r>
            <a:endParaRPr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" name="Google Shape;117;p7"/>
          <p:cNvSpPr txBox="1"/>
          <p:nvPr/>
        </p:nvSpPr>
        <p:spPr>
          <a:xfrm>
            <a:off x="3054100" y="2487750"/>
            <a:ext cx="2686200" cy="23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i="0" lang="ru" sz="15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{{ITEM_COLUMN_2}} </a:t>
            </a:r>
            <a:endParaRPr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" name="Google Shape;118;p7"/>
          <p:cNvSpPr txBox="1"/>
          <p:nvPr/>
        </p:nvSpPr>
        <p:spPr>
          <a:xfrm>
            <a:off x="5982400" y="2487525"/>
            <a:ext cx="2510700" cy="23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i="0" lang="ru" sz="15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{{ITEM_COLUMN_3}} </a:t>
            </a:r>
            <a:endParaRPr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"/>
          <p:cNvSpPr txBox="1"/>
          <p:nvPr>
            <p:ph type="title"/>
          </p:nvPr>
        </p:nvSpPr>
        <p:spPr>
          <a:xfrm>
            <a:off x="246875" y="1712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u"/>
              <a:t>{{TITLE_TIMELINE}} </a:t>
            </a:r>
            <a:endParaRPr/>
          </a:p>
        </p:txBody>
      </p:sp>
      <p:cxnSp>
        <p:nvCxnSpPr>
          <p:cNvPr id="124" name="Google Shape;124;p8"/>
          <p:cNvCxnSpPr/>
          <p:nvPr/>
        </p:nvCxnSpPr>
        <p:spPr>
          <a:xfrm>
            <a:off x="302125" y="2783925"/>
            <a:ext cx="8497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5" name="Google Shape;125;p8"/>
          <p:cNvCxnSpPr/>
          <p:nvPr/>
        </p:nvCxnSpPr>
        <p:spPr>
          <a:xfrm>
            <a:off x="1123225" y="2776175"/>
            <a:ext cx="0" cy="1433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6" name="Google Shape;126;p8"/>
          <p:cNvCxnSpPr/>
          <p:nvPr/>
        </p:nvCxnSpPr>
        <p:spPr>
          <a:xfrm rot="10800000">
            <a:off x="2990050" y="1312025"/>
            <a:ext cx="0" cy="1487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7" name="Google Shape;127;p8"/>
          <p:cNvCxnSpPr/>
          <p:nvPr/>
        </p:nvCxnSpPr>
        <p:spPr>
          <a:xfrm>
            <a:off x="4732975" y="2799425"/>
            <a:ext cx="0" cy="1417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8" name="Google Shape;128;p8"/>
          <p:cNvCxnSpPr/>
          <p:nvPr/>
        </p:nvCxnSpPr>
        <p:spPr>
          <a:xfrm rot="10800000">
            <a:off x="6553325" y="1312075"/>
            <a:ext cx="0" cy="147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9" name="Google Shape;129;p8"/>
          <p:cNvCxnSpPr/>
          <p:nvPr/>
        </p:nvCxnSpPr>
        <p:spPr>
          <a:xfrm>
            <a:off x="7947650" y="2760725"/>
            <a:ext cx="0" cy="1494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0" name="Google Shape;130;p8"/>
          <p:cNvSpPr txBox="1"/>
          <p:nvPr/>
        </p:nvSpPr>
        <p:spPr>
          <a:xfrm>
            <a:off x="1294700" y="3367475"/>
            <a:ext cx="1695300" cy="9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ru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{{POINT_1}}</a:t>
            </a:r>
            <a:endParaRPr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1" name="Google Shape;131;p8"/>
          <p:cNvSpPr txBox="1"/>
          <p:nvPr/>
        </p:nvSpPr>
        <p:spPr>
          <a:xfrm>
            <a:off x="1059050" y="1312075"/>
            <a:ext cx="1787100" cy="9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ru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{{POINT_2}}</a:t>
            </a:r>
            <a:endParaRPr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2" name="Google Shape;132;p8"/>
          <p:cNvSpPr txBox="1"/>
          <p:nvPr/>
        </p:nvSpPr>
        <p:spPr>
          <a:xfrm>
            <a:off x="3806200" y="1695675"/>
            <a:ext cx="1787100" cy="9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ru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{{POINT_3}}</a:t>
            </a:r>
            <a:endParaRPr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3" name="Google Shape;133;p8"/>
          <p:cNvSpPr txBox="1"/>
          <p:nvPr/>
        </p:nvSpPr>
        <p:spPr>
          <a:xfrm>
            <a:off x="6668150" y="1311975"/>
            <a:ext cx="1787100" cy="9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ru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{{POINT_4}}</a:t>
            </a:r>
            <a:endParaRPr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4" name="Google Shape;134;p8"/>
          <p:cNvSpPr txBox="1"/>
          <p:nvPr/>
        </p:nvSpPr>
        <p:spPr>
          <a:xfrm>
            <a:off x="5963375" y="3359775"/>
            <a:ext cx="1787100" cy="9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ru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{{POINT_5}}</a:t>
            </a:r>
            <a:endParaRPr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9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ru"/>
              <a:t>{{TITLE_CLOSE}} </a:t>
            </a:r>
            <a:endParaRPr/>
          </a:p>
        </p:txBody>
      </p:sp>
      <p:sp>
        <p:nvSpPr>
          <p:cNvPr id="140" name="Google Shape;140;p9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 sz="3709">
                <a:solidFill>
                  <a:schemeClr val="dk1"/>
                </a:solidFill>
              </a:rPr>
              <a:t>{{SUBTITLE}}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